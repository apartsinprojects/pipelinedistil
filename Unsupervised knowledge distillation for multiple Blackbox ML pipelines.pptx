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BFD63-36F1-440C-8695-EC2B06DF0821}" v="398" dt="2021-02-28T14:16:23.784"/>
    <p1510:client id="{5DBAAF9F-603A-B000-9A99-F990D2AAC668}" v="5" dt="2021-02-28T16:29:53.905"/>
    <p1510:client id="{64A61626-6057-F301-F4FC-35A8F081435A}" v="2" dt="2021-05-06T08:11:45.631"/>
    <p1510:client id="{6912C60B-EFC1-C655-C8A4-98A8647AC48C}" v="4" dt="2021-03-01T08:46:34.173"/>
    <p1510:client id="{710E6040-DF3E-524C-2543-1B2BAA230305}" v="2144" dt="2021-05-06T07:32:25.436"/>
    <p1510:client id="{791337B2-4EB9-AC13-91A6-BD56F923B057}" v="1" dt="2021-05-06T07:32:50.684"/>
    <p1510:client id="{7B5CB72B-B93D-5FD2-FE0C-30EBD3426F13}" v="1796" dt="2021-02-28T16:28:56.032"/>
    <p1510:client id="{95F391BD-71AA-4B62-847B-BF5F8053584A}" v="3" dt="2021-11-15T17:39:06.660"/>
    <p1510:client id="{FD7678E4-9D6E-7FD0-45A8-416E5C9355CA}" v="41" dt="2021-05-23T16:20:47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7D3030-37AD-4A09-8B72-178ADDF48B1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980C1C-837B-4DFB-8600-868E1FF06B39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1 (Pipeline)</a:t>
          </a:r>
          <a:endParaRPr lang="en-US"/>
        </a:p>
      </dgm:t>
    </dgm:pt>
    <dgm:pt modelId="{70D6DC39-6014-4C43-985C-01868D831C74}" type="parTrans" cxnId="{3327269B-07AC-4314-915E-2DBF26CD07A8}">
      <dgm:prSet/>
      <dgm:spPr/>
      <dgm:t>
        <a:bodyPr/>
        <a:lstStyle/>
        <a:p>
          <a:endParaRPr lang="en-US"/>
        </a:p>
      </dgm:t>
    </dgm:pt>
    <dgm:pt modelId="{A779612A-913E-43D4-8368-B0AB199DC5AD}" type="sibTrans" cxnId="{3327269B-07AC-4314-915E-2DBF26CD07A8}">
      <dgm:prSet/>
      <dgm:spPr/>
      <dgm:t>
        <a:bodyPr/>
        <a:lstStyle/>
        <a:p>
          <a:endParaRPr lang="en-US"/>
        </a:p>
      </dgm:t>
    </dgm:pt>
    <dgm:pt modelId="{3E60370A-3E83-4605-9AF4-6C3E141CF26D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2 (SAG)</a:t>
          </a:r>
          <a:endParaRPr lang="en-US"/>
        </a:p>
      </dgm:t>
    </dgm:pt>
    <dgm:pt modelId="{3E97613E-6597-4C0F-9C66-920DEF9A4117}" type="parTrans" cxnId="{50A7617F-E118-41CB-B95F-5BA5510EE4FE}">
      <dgm:prSet/>
      <dgm:spPr/>
      <dgm:t>
        <a:bodyPr/>
        <a:lstStyle/>
        <a:p>
          <a:endParaRPr lang="en-US"/>
        </a:p>
      </dgm:t>
    </dgm:pt>
    <dgm:pt modelId="{F4B223D7-2294-47D8-88B0-473D98674874}" type="sibTrans" cxnId="{50A7617F-E118-41CB-B95F-5BA5510EE4FE}">
      <dgm:prSet/>
      <dgm:spPr/>
      <dgm:t>
        <a:bodyPr/>
        <a:lstStyle/>
        <a:p>
          <a:endParaRPr lang="en-US"/>
        </a:p>
      </dgm:t>
    </dgm:pt>
    <dgm:pt modelId="{DC41C008-41F6-45B5-A1AE-5C6D78D6673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3 (KD) </a:t>
          </a:r>
          <a:endParaRPr lang="en-US"/>
        </a:p>
      </dgm:t>
    </dgm:pt>
    <dgm:pt modelId="{22DA2FB3-02B3-46CE-97EA-9784C97BD41F}" type="parTrans" cxnId="{CDDBF14A-63F8-4B70-998E-073A59F9870D}">
      <dgm:prSet/>
      <dgm:spPr/>
      <dgm:t>
        <a:bodyPr/>
        <a:lstStyle/>
        <a:p>
          <a:endParaRPr lang="en-US"/>
        </a:p>
      </dgm:t>
    </dgm:pt>
    <dgm:pt modelId="{465C8D3E-3018-4930-B40C-3C1C5DD7239F}" type="sibTrans" cxnId="{CDDBF14A-63F8-4B70-998E-073A59F9870D}">
      <dgm:prSet/>
      <dgm:spPr/>
      <dgm:t>
        <a:bodyPr/>
        <a:lstStyle/>
        <a:p>
          <a:endParaRPr lang="en-US"/>
        </a:p>
      </dgm:t>
    </dgm:pt>
    <dgm:pt modelId="{3D9C2749-C529-465E-B54B-BCA3FED9785D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Use teacher model and synthetic data to train student model</a:t>
          </a:r>
          <a:endParaRPr lang="en-US"/>
        </a:p>
      </dgm:t>
    </dgm:pt>
    <dgm:pt modelId="{AD5CE8C9-DA87-4B8A-A9E9-2DA7FFF5A815}" type="parTrans" cxnId="{9D818C14-D2DE-4AAE-AFE3-7F710D1AD5ED}">
      <dgm:prSet/>
      <dgm:spPr/>
      <dgm:t>
        <a:bodyPr/>
        <a:lstStyle/>
        <a:p>
          <a:endParaRPr lang="en-US"/>
        </a:p>
      </dgm:t>
    </dgm:pt>
    <dgm:pt modelId="{15A9F165-A0E9-4DA9-A0AF-D5F938222AEC}" type="sibTrans" cxnId="{9D818C14-D2DE-4AAE-AFE3-7F710D1AD5ED}">
      <dgm:prSet/>
      <dgm:spPr/>
      <dgm:t>
        <a:bodyPr/>
        <a:lstStyle/>
        <a:p>
          <a:endParaRPr lang="en-US"/>
        </a:p>
      </dgm:t>
    </dgm:pt>
    <dgm:pt modelId="{47385B67-A066-4346-A416-6DCE2A7DA422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Train big teacher model (pipeline execution)</a:t>
          </a:r>
          <a:endParaRPr lang="en-US"/>
        </a:p>
      </dgm:t>
    </dgm:pt>
    <dgm:pt modelId="{843CD864-6220-4B12-B02B-82F87D42A7DF}" type="parTrans" cxnId="{B0557A85-26BB-4F72-AB3B-4E7F9DF3C2A9}">
      <dgm:prSet/>
      <dgm:spPr/>
    </dgm:pt>
    <dgm:pt modelId="{1B6A66B0-F046-4FB5-BF7A-186CDE63562A}" type="sibTrans" cxnId="{B0557A85-26BB-4F72-AB3B-4E7F9DF3C2A9}">
      <dgm:prSet/>
      <dgm:spPr/>
    </dgm:pt>
    <dgm:pt modelId="{7DFF065F-4A54-402E-85AD-9DDC4E1F366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Generate synthetic data for unseen anomalies </a:t>
          </a:r>
        </a:p>
      </dgm:t>
    </dgm:pt>
    <dgm:pt modelId="{833C5C7E-54AA-4145-B675-61B6B740155D}" type="parTrans" cxnId="{45FB7304-13A7-4416-8880-82F5FEA0F10B}">
      <dgm:prSet/>
      <dgm:spPr/>
    </dgm:pt>
    <dgm:pt modelId="{1F0598DA-9C84-4F90-8190-A34905ABD95D}" type="sibTrans" cxnId="{45FB7304-13A7-4416-8880-82F5FEA0F10B}">
      <dgm:prSet/>
      <dgm:spPr/>
    </dgm:pt>
    <dgm:pt modelId="{BE3F9624-D2DE-47F2-9A94-65FA689CAC5D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Step 4 (Validation)</a:t>
          </a:r>
        </a:p>
      </dgm:t>
    </dgm:pt>
    <dgm:pt modelId="{CA7CAA37-F004-4FAE-B8E3-317B6F74A8D8}" type="parTrans" cxnId="{9C51F7EB-8190-43C7-857B-7F9DE72A594C}">
      <dgm:prSet/>
      <dgm:spPr/>
    </dgm:pt>
    <dgm:pt modelId="{229A76EE-ED8A-4CC8-9B5A-F5DE6DCCA322}" type="sibTrans" cxnId="{9C51F7EB-8190-43C7-857B-7F9DE72A594C}">
      <dgm:prSet/>
      <dgm:spPr/>
    </dgm:pt>
    <dgm:pt modelId="{8A712E5D-9018-49E8-8026-26FC213B5521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Validate student model accuracy vs teacher model accuracy</a:t>
          </a:r>
        </a:p>
      </dgm:t>
    </dgm:pt>
    <dgm:pt modelId="{D0252D6E-F7BC-4CF5-89BA-EB144977298B}" type="parTrans" cxnId="{97E2EF9D-250C-4397-8C96-AF892ACF0260}">
      <dgm:prSet/>
      <dgm:spPr/>
    </dgm:pt>
    <dgm:pt modelId="{7ADE5ADF-43DB-4B2E-B31E-9D2C4AED5372}" type="sibTrans" cxnId="{97E2EF9D-250C-4397-8C96-AF892ACF0260}">
      <dgm:prSet/>
      <dgm:spPr/>
    </dgm:pt>
    <dgm:pt modelId="{76771A6C-3C4A-48DF-BCF5-553331FB1F77}" type="pres">
      <dgm:prSet presAssocID="{857D3030-37AD-4A09-8B72-178ADDF48B1E}" presName="Name0" presStyleCnt="0">
        <dgm:presLayoutVars>
          <dgm:dir/>
          <dgm:animLvl val="lvl"/>
          <dgm:resizeHandles val="exact"/>
        </dgm:presLayoutVars>
      </dgm:prSet>
      <dgm:spPr/>
    </dgm:pt>
    <dgm:pt modelId="{C5BAF5D5-15B8-4CE5-8570-610BD3F17EA9}" type="pres">
      <dgm:prSet presAssocID="{857D3030-37AD-4A09-8B72-178ADDF48B1E}" presName="tSp" presStyleCnt="0"/>
      <dgm:spPr/>
    </dgm:pt>
    <dgm:pt modelId="{EB51DCE2-6549-4CBB-A8FF-2D65CEC82696}" type="pres">
      <dgm:prSet presAssocID="{857D3030-37AD-4A09-8B72-178ADDF48B1E}" presName="bSp" presStyleCnt="0"/>
      <dgm:spPr/>
    </dgm:pt>
    <dgm:pt modelId="{100807C7-D894-4459-AA84-C3BF8965E272}" type="pres">
      <dgm:prSet presAssocID="{857D3030-37AD-4A09-8B72-178ADDF48B1E}" presName="process" presStyleCnt="0"/>
      <dgm:spPr/>
    </dgm:pt>
    <dgm:pt modelId="{4AE80F1F-BC3B-4D4C-BCE1-352FCA9C37F6}" type="pres">
      <dgm:prSet presAssocID="{00980C1C-837B-4DFB-8600-868E1FF06B39}" presName="composite1" presStyleCnt="0"/>
      <dgm:spPr/>
    </dgm:pt>
    <dgm:pt modelId="{C1FA8A24-9207-4067-BCD7-73B404627CDC}" type="pres">
      <dgm:prSet presAssocID="{00980C1C-837B-4DFB-8600-868E1FF06B39}" presName="dummyNode1" presStyleLbl="node1" presStyleIdx="0" presStyleCnt="4"/>
      <dgm:spPr/>
    </dgm:pt>
    <dgm:pt modelId="{A1FABA5A-4EF1-40DD-AB03-6358C738BB37}" type="pres">
      <dgm:prSet presAssocID="{00980C1C-837B-4DFB-8600-868E1FF06B39}" presName="childNode1" presStyleLbl="bgAcc1" presStyleIdx="0" presStyleCnt="4">
        <dgm:presLayoutVars>
          <dgm:bulletEnabled val="1"/>
        </dgm:presLayoutVars>
      </dgm:prSet>
      <dgm:spPr/>
    </dgm:pt>
    <dgm:pt modelId="{EF5F03F6-086F-492B-90E1-32BF2E13E61B}" type="pres">
      <dgm:prSet presAssocID="{00980C1C-837B-4DFB-8600-868E1FF06B39}" presName="childNode1tx" presStyleLbl="bgAcc1" presStyleIdx="0" presStyleCnt="4">
        <dgm:presLayoutVars>
          <dgm:bulletEnabled val="1"/>
        </dgm:presLayoutVars>
      </dgm:prSet>
      <dgm:spPr/>
    </dgm:pt>
    <dgm:pt modelId="{57AAF782-546F-4B4F-A4A0-21145567F266}" type="pres">
      <dgm:prSet presAssocID="{00980C1C-837B-4DFB-8600-868E1FF06B39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54C7356-1050-486D-8604-02DB90DD8BC4}" type="pres">
      <dgm:prSet presAssocID="{00980C1C-837B-4DFB-8600-868E1FF06B39}" presName="connSite1" presStyleCnt="0"/>
      <dgm:spPr/>
    </dgm:pt>
    <dgm:pt modelId="{E55B89E6-8CDE-449E-A8CB-1DB7FA6CA5C8}" type="pres">
      <dgm:prSet presAssocID="{A779612A-913E-43D4-8368-B0AB199DC5AD}" presName="Name9" presStyleLbl="sibTrans2D1" presStyleIdx="0" presStyleCnt="3"/>
      <dgm:spPr/>
    </dgm:pt>
    <dgm:pt modelId="{EECFB75A-D01B-4158-8B1A-E26E3B58F2F8}" type="pres">
      <dgm:prSet presAssocID="{3E60370A-3E83-4605-9AF4-6C3E141CF26D}" presName="composite2" presStyleCnt="0"/>
      <dgm:spPr/>
    </dgm:pt>
    <dgm:pt modelId="{E6FFC5BC-EF4B-4C99-930C-D6C46DE9A920}" type="pres">
      <dgm:prSet presAssocID="{3E60370A-3E83-4605-9AF4-6C3E141CF26D}" presName="dummyNode2" presStyleLbl="node1" presStyleIdx="0" presStyleCnt="4"/>
      <dgm:spPr/>
    </dgm:pt>
    <dgm:pt modelId="{6E4FD4EE-F979-496E-BE79-A3F705172EAD}" type="pres">
      <dgm:prSet presAssocID="{3E60370A-3E83-4605-9AF4-6C3E141CF26D}" presName="childNode2" presStyleLbl="bgAcc1" presStyleIdx="1" presStyleCnt="4">
        <dgm:presLayoutVars>
          <dgm:bulletEnabled val="1"/>
        </dgm:presLayoutVars>
      </dgm:prSet>
      <dgm:spPr/>
    </dgm:pt>
    <dgm:pt modelId="{0648A583-979B-48D3-8E99-06FDAC7CFA83}" type="pres">
      <dgm:prSet presAssocID="{3E60370A-3E83-4605-9AF4-6C3E141CF26D}" presName="childNode2tx" presStyleLbl="bgAcc1" presStyleIdx="1" presStyleCnt="4">
        <dgm:presLayoutVars>
          <dgm:bulletEnabled val="1"/>
        </dgm:presLayoutVars>
      </dgm:prSet>
      <dgm:spPr/>
    </dgm:pt>
    <dgm:pt modelId="{62274FB1-5766-4B42-9EDA-7F4105DFC6C9}" type="pres">
      <dgm:prSet presAssocID="{3E60370A-3E83-4605-9AF4-6C3E141CF26D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9F9C0E28-4CF1-480A-BF8A-047402E360B2}" type="pres">
      <dgm:prSet presAssocID="{3E60370A-3E83-4605-9AF4-6C3E141CF26D}" presName="connSite2" presStyleCnt="0"/>
      <dgm:spPr/>
    </dgm:pt>
    <dgm:pt modelId="{45B162EE-B6C1-4A83-A05A-BAD7C37B3BEF}" type="pres">
      <dgm:prSet presAssocID="{F4B223D7-2294-47D8-88B0-473D98674874}" presName="Name18" presStyleLbl="sibTrans2D1" presStyleIdx="1" presStyleCnt="3"/>
      <dgm:spPr/>
    </dgm:pt>
    <dgm:pt modelId="{73E7578E-281B-47A5-8143-D46D22F7FE41}" type="pres">
      <dgm:prSet presAssocID="{DC41C008-41F6-45B5-A1AE-5C6D78D6673B}" presName="composite1" presStyleCnt="0"/>
      <dgm:spPr/>
    </dgm:pt>
    <dgm:pt modelId="{D342E102-0B5E-442F-A55D-FD4E2F30D30C}" type="pres">
      <dgm:prSet presAssocID="{DC41C008-41F6-45B5-A1AE-5C6D78D6673B}" presName="dummyNode1" presStyleLbl="node1" presStyleIdx="1" presStyleCnt="4"/>
      <dgm:spPr/>
    </dgm:pt>
    <dgm:pt modelId="{08F82967-BD57-40D3-9D90-A15E559A0BB9}" type="pres">
      <dgm:prSet presAssocID="{DC41C008-41F6-45B5-A1AE-5C6D78D6673B}" presName="childNode1" presStyleLbl="bgAcc1" presStyleIdx="2" presStyleCnt="4">
        <dgm:presLayoutVars>
          <dgm:bulletEnabled val="1"/>
        </dgm:presLayoutVars>
      </dgm:prSet>
      <dgm:spPr/>
    </dgm:pt>
    <dgm:pt modelId="{9CA8C882-B3DC-48D3-B9B8-7A69EF0A75F4}" type="pres">
      <dgm:prSet presAssocID="{DC41C008-41F6-45B5-A1AE-5C6D78D6673B}" presName="childNode1tx" presStyleLbl="bgAcc1" presStyleIdx="2" presStyleCnt="4">
        <dgm:presLayoutVars>
          <dgm:bulletEnabled val="1"/>
        </dgm:presLayoutVars>
      </dgm:prSet>
      <dgm:spPr/>
    </dgm:pt>
    <dgm:pt modelId="{A797C8B9-8FB4-4728-840D-F31AA21D8572}" type="pres">
      <dgm:prSet presAssocID="{DC41C008-41F6-45B5-A1AE-5C6D78D6673B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126A7858-3880-4025-B95C-BA51972DCF78}" type="pres">
      <dgm:prSet presAssocID="{DC41C008-41F6-45B5-A1AE-5C6D78D6673B}" presName="connSite1" presStyleCnt="0"/>
      <dgm:spPr/>
    </dgm:pt>
    <dgm:pt modelId="{D52A8579-EFC7-4753-B346-D27A1FC4CCC9}" type="pres">
      <dgm:prSet presAssocID="{465C8D3E-3018-4930-B40C-3C1C5DD7239F}" presName="Name9" presStyleLbl="sibTrans2D1" presStyleIdx="2" presStyleCnt="3"/>
      <dgm:spPr/>
    </dgm:pt>
    <dgm:pt modelId="{CB1CFA5C-3078-4C80-BD05-9C3E6BA4DB68}" type="pres">
      <dgm:prSet presAssocID="{BE3F9624-D2DE-47F2-9A94-65FA689CAC5D}" presName="composite2" presStyleCnt="0"/>
      <dgm:spPr/>
    </dgm:pt>
    <dgm:pt modelId="{CEAEA52A-42E3-42D0-A88E-827BB44C8354}" type="pres">
      <dgm:prSet presAssocID="{BE3F9624-D2DE-47F2-9A94-65FA689CAC5D}" presName="dummyNode2" presStyleLbl="node1" presStyleIdx="2" presStyleCnt="4"/>
      <dgm:spPr/>
    </dgm:pt>
    <dgm:pt modelId="{6DD4DB34-755B-42FE-B14D-239620838362}" type="pres">
      <dgm:prSet presAssocID="{BE3F9624-D2DE-47F2-9A94-65FA689CAC5D}" presName="childNode2" presStyleLbl="bgAcc1" presStyleIdx="3" presStyleCnt="4">
        <dgm:presLayoutVars>
          <dgm:bulletEnabled val="1"/>
        </dgm:presLayoutVars>
      </dgm:prSet>
      <dgm:spPr/>
    </dgm:pt>
    <dgm:pt modelId="{B5830771-786B-4B36-96DC-77F5C0091E99}" type="pres">
      <dgm:prSet presAssocID="{BE3F9624-D2DE-47F2-9A94-65FA689CAC5D}" presName="childNode2tx" presStyleLbl="bgAcc1" presStyleIdx="3" presStyleCnt="4">
        <dgm:presLayoutVars>
          <dgm:bulletEnabled val="1"/>
        </dgm:presLayoutVars>
      </dgm:prSet>
      <dgm:spPr/>
    </dgm:pt>
    <dgm:pt modelId="{B2BCCF35-1B89-4CDF-AB7E-EB9060CF25D7}" type="pres">
      <dgm:prSet presAssocID="{BE3F9624-D2DE-47F2-9A94-65FA689CAC5D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7AF36AA6-19CD-4AF0-95F0-6096CBEC2F30}" type="pres">
      <dgm:prSet presAssocID="{BE3F9624-D2DE-47F2-9A94-65FA689CAC5D}" presName="connSite2" presStyleCnt="0"/>
      <dgm:spPr/>
    </dgm:pt>
  </dgm:ptLst>
  <dgm:cxnLst>
    <dgm:cxn modelId="{45FB7304-13A7-4416-8880-82F5FEA0F10B}" srcId="{3E60370A-3E83-4605-9AF4-6C3E141CF26D}" destId="{7DFF065F-4A54-402E-85AD-9DDC4E1F3660}" srcOrd="0" destOrd="0" parTransId="{833C5C7E-54AA-4145-B675-61B6B740155D}" sibTransId="{1F0598DA-9C84-4F90-8190-A34905ABD95D}"/>
    <dgm:cxn modelId="{9D818C14-D2DE-4AAE-AFE3-7F710D1AD5ED}" srcId="{DC41C008-41F6-45B5-A1AE-5C6D78D6673B}" destId="{3D9C2749-C529-465E-B54B-BCA3FED9785D}" srcOrd="0" destOrd="0" parTransId="{AD5CE8C9-DA87-4B8A-A9E9-2DA7FFF5A815}" sibTransId="{15A9F165-A0E9-4DA9-A0AF-D5F938222AEC}"/>
    <dgm:cxn modelId="{A42C1618-F34E-4E74-B47E-05D6C1366855}" type="presOf" srcId="{7DFF065F-4A54-402E-85AD-9DDC4E1F3660}" destId="{0648A583-979B-48D3-8E99-06FDAC7CFA83}" srcOrd="1" destOrd="0" presId="urn:microsoft.com/office/officeart/2005/8/layout/hProcess4"/>
    <dgm:cxn modelId="{6529C335-4E83-4545-935C-757597F4ADF9}" type="presOf" srcId="{8A712E5D-9018-49E8-8026-26FC213B5521}" destId="{6DD4DB34-755B-42FE-B14D-239620838362}" srcOrd="0" destOrd="0" presId="urn:microsoft.com/office/officeart/2005/8/layout/hProcess4"/>
    <dgm:cxn modelId="{EC572C46-5DC7-4C32-8975-9C3B1022EF91}" type="presOf" srcId="{BE3F9624-D2DE-47F2-9A94-65FA689CAC5D}" destId="{B2BCCF35-1B89-4CDF-AB7E-EB9060CF25D7}" srcOrd="0" destOrd="0" presId="urn:microsoft.com/office/officeart/2005/8/layout/hProcess4"/>
    <dgm:cxn modelId="{4500A76A-91B8-421C-92F7-C7957C9AEC63}" type="presOf" srcId="{8A712E5D-9018-49E8-8026-26FC213B5521}" destId="{B5830771-786B-4B36-96DC-77F5C0091E99}" srcOrd="1" destOrd="0" presId="urn:microsoft.com/office/officeart/2005/8/layout/hProcess4"/>
    <dgm:cxn modelId="{CDDBF14A-63F8-4B70-998E-073A59F9870D}" srcId="{857D3030-37AD-4A09-8B72-178ADDF48B1E}" destId="{DC41C008-41F6-45B5-A1AE-5C6D78D6673B}" srcOrd="2" destOrd="0" parTransId="{22DA2FB3-02B3-46CE-97EA-9784C97BD41F}" sibTransId="{465C8D3E-3018-4930-B40C-3C1C5DD7239F}"/>
    <dgm:cxn modelId="{6A982D6C-05A3-476A-98A9-EC479976B169}" type="presOf" srcId="{F4B223D7-2294-47D8-88B0-473D98674874}" destId="{45B162EE-B6C1-4A83-A05A-BAD7C37B3BEF}" srcOrd="0" destOrd="0" presId="urn:microsoft.com/office/officeart/2005/8/layout/hProcess4"/>
    <dgm:cxn modelId="{233DEE53-EB34-46B5-9CAB-1C3A03385BEE}" type="presOf" srcId="{A779612A-913E-43D4-8368-B0AB199DC5AD}" destId="{E55B89E6-8CDE-449E-A8CB-1DB7FA6CA5C8}" srcOrd="0" destOrd="0" presId="urn:microsoft.com/office/officeart/2005/8/layout/hProcess4"/>
    <dgm:cxn modelId="{72E0EE7D-0ED9-416E-98C5-A4A5D2938A35}" type="presOf" srcId="{465C8D3E-3018-4930-B40C-3C1C5DD7239F}" destId="{D52A8579-EFC7-4753-B346-D27A1FC4CCC9}" srcOrd="0" destOrd="0" presId="urn:microsoft.com/office/officeart/2005/8/layout/hProcess4"/>
    <dgm:cxn modelId="{50A7617F-E118-41CB-B95F-5BA5510EE4FE}" srcId="{857D3030-37AD-4A09-8B72-178ADDF48B1E}" destId="{3E60370A-3E83-4605-9AF4-6C3E141CF26D}" srcOrd="1" destOrd="0" parTransId="{3E97613E-6597-4C0F-9C66-920DEF9A4117}" sibTransId="{F4B223D7-2294-47D8-88B0-473D98674874}"/>
    <dgm:cxn modelId="{B0557A85-26BB-4F72-AB3B-4E7F9DF3C2A9}" srcId="{00980C1C-837B-4DFB-8600-868E1FF06B39}" destId="{47385B67-A066-4346-A416-6DCE2A7DA422}" srcOrd="0" destOrd="0" parTransId="{843CD864-6220-4B12-B02B-82F87D42A7DF}" sibTransId="{1B6A66B0-F046-4FB5-BF7A-186CDE63562A}"/>
    <dgm:cxn modelId="{494E138A-91C9-4E4C-ABEA-22D54A1AA693}" type="presOf" srcId="{7DFF065F-4A54-402E-85AD-9DDC4E1F3660}" destId="{6E4FD4EE-F979-496E-BE79-A3F705172EAD}" srcOrd="0" destOrd="0" presId="urn:microsoft.com/office/officeart/2005/8/layout/hProcess4"/>
    <dgm:cxn modelId="{3327269B-07AC-4314-915E-2DBF26CD07A8}" srcId="{857D3030-37AD-4A09-8B72-178ADDF48B1E}" destId="{00980C1C-837B-4DFB-8600-868E1FF06B39}" srcOrd="0" destOrd="0" parTransId="{70D6DC39-6014-4C43-985C-01868D831C74}" sibTransId="{A779612A-913E-43D4-8368-B0AB199DC5AD}"/>
    <dgm:cxn modelId="{97E2EF9D-250C-4397-8C96-AF892ACF0260}" srcId="{BE3F9624-D2DE-47F2-9A94-65FA689CAC5D}" destId="{8A712E5D-9018-49E8-8026-26FC213B5521}" srcOrd="0" destOrd="0" parTransId="{D0252D6E-F7BC-4CF5-89BA-EB144977298B}" sibTransId="{7ADE5ADF-43DB-4B2E-B31E-9D2C4AED5372}"/>
    <dgm:cxn modelId="{80765EA6-AA68-49F9-9A74-F4B2B55F11F5}" type="presOf" srcId="{3D9C2749-C529-465E-B54B-BCA3FED9785D}" destId="{9CA8C882-B3DC-48D3-B9B8-7A69EF0A75F4}" srcOrd="1" destOrd="0" presId="urn:microsoft.com/office/officeart/2005/8/layout/hProcess4"/>
    <dgm:cxn modelId="{35925FAD-D40F-4066-8897-F563601A6892}" type="presOf" srcId="{857D3030-37AD-4A09-8B72-178ADDF48B1E}" destId="{76771A6C-3C4A-48DF-BCF5-553331FB1F77}" srcOrd="0" destOrd="0" presId="urn:microsoft.com/office/officeart/2005/8/layout/hProcess4"/>
    <dgm:cxn modelId="{9F5735AF-4CCD-4DCF-8E53-5E6155E37137}" type="presOf" srcId="{47385B67-A066-4346-A416-6DCE2A7DA422}" destId="{EF5F03F6-086F-492B-90E1-32BF2E13E61B}" srcOrd="1" destOrd="0" presId="urn:microsoft.com/office/officeart/2005/8/layout/hProcess4"/>
    <dgm:cxn modelId="{23E64ED6-B79A-4477-BBF0-74813A7E12A6}" type="presOf" srcId="{00980C1C-837B-4DFB-8600-868E1FF06B39}" destId="{57AAF782-546F-4B4F-A4A0-21145567F266}" srcOrd="0" destOrd="0" presId="urn:microsoft.com/office/officeart/2005/8/layout/hProcess4"/>
    <dgm:cxn modelId="{4DBABFE0-FA44-43A9-B832-B29804D92732}" type="presOf" srcId="{47385B67-A066-4346-A416-6DCE2A7DA422}" destId="{A1FABA5A-4EF1-40DD-AB03-6358C738BB37}" srcOrd="0" destOrd="0" presId="urn:microsoft.com/office/officeart/2005/8/layout/hProcess4"/>
    <dgm:cxn modelId="{9C51F7EB-8190-43C7-857B-7F9DE72A594C}" srcId="{857D3030-37AD-4A09-8B72-178ADDF48B1E}" destId="{BE3F9624-D2DE-47F2-9A94-65FA689CAC5D}" srcOrd="3" destOrd="0" parTransId="{CA7CAA37-F004-4FAE-B8E3-317B6F74A8D8}" sibTransId="{229A76EE-ED8A-4CC8-9B5A-F5DE6DCCA322}"/>
    <dgm:cxn modelId="{FE1F39F9-ADA7-409F-BDDF-BF05EEA230F2}" type="presOf" srcId="{3E60370A-3E83-4605-9AF4-6C3E141CF26D}" destId="{62274FB1-5766-4B42-9EDA-7F4105DFC6C9}" srcOrd="0" destOrd="0" presId="urn:microsoft.com/office/officeart/2005/8/layout/hProcess4"/>
    <dgm:cxn modelId="{9199FAF9-B181-4C10-8D5D-5C8C70FB6CA4}" type="presOf" srcId="{3D9C2749-C529-465E-B54B-BCA3FED9785D}" destId="{08F82967-BD57-40D3-9D90-A15E559A0BB9}" srcOrd="0" destOrd="0" presId="urn:microsoft.com/office/officeart/2005/8/layout/hProcess4"/>
    <dgm:cxn modelId="{3028CCFE-FE39-4DAB-B32F-D40BC97E050C}" type="presOf" srcId="{DC41C008-41F6-45B5-A1AE-5C6D78D6673B}" destId="{A797C8B9-8FB4-4728-840D-F31AA21D8572}" srcOrd="0" destOrd="0" presId="urn:microsoft.com/office/officeart/2005/8/layout/hProcess4"/>
    <dgm:cxn modelId="{FB59AFF1-01F9-44D9-8341-F43CA8E34984}" type="presParOf" srcId="{76771A6C-3C4A-48DF-BCF5-553331FB1F77}" destId="{C5BAF5D5-15B8-4CE5-8570-610BD3F17EA9}" srcOrd="0" destOrd="0" presId="urn:microsoft.com/office/officeart/2005/8/layout/hProcess4"/>
    <dgm:cxn modelId="{ECCCBD1E-BE38-45D4-B2EA-0D4E8673FD51}" type="presParOf" srcId="{76771A6C-3C4A-48DF-BCF5-553331FB1F77}" destId="{EB51DCE2-6549-4CBB-A8FF-2D65CEC82696}" srcOrd="1" destOrd="0" presId="urn:microsoft.com/office/officeart/2005/8/layout/hProcess4"/>
    <dgm:cxn modelId="{FDF006C6-ADE5-43C1-BA92-766613D307C7}" type="presParOf" srcId="{76771A6C-3C4A-48DF-BCF5-553331FB1F77}" destId="{100807C7-D894-4459-AA84-C3BF8965E272}" srcOrd="2" destOrd="0" presId="urn:microsoft.com/office/officeart/2005/8/layout/hProcess4"/>
    <dgm:cxn modelId="{D1E4813D-6074-4745-A545-4D361C21BB97}" type="presParOf" srcId="{100807C7-D894-4459-AA84-C3BF8965E272}" destId="{4AE80F1F-BC3B-4D4C-BCE1-352FCA9C37F6}" srcOrd="0" destOrd="0" presId="urn:microsoft.com/office/officeart/2005/8/layout/hProcess4"/>
    <dgm:cxn modelId="{F9B8F75C-FD8C-4EEB-813F-BB728736ACFA}" type="presParOf" srcId="{4AE80F1F-BC3B-4D4C-BCE1-352FCA9C37F6}" destId="{C1FA8A24-9207-4067-BCD7-73B404627CDC}" srcOrd="0" destOrd="0" presId="urn:microsoft.com/office/officeart/2005/8/layout/hProcess4"/>
    <dgm:cxn modelId="{6DBC45E2-A834-4CFF-8F58-37D08293AE9C}" type="presParOf" srcId="{4AE80F1F-BC3B-4D4C-BCE1-352FCA9C37F6}" destId="{A1FABA5A-4EF1-40DD-AB03-6358C738BB37}" srcOrd="1" destOrd="0" presId="urn:microsoft.com/office/officeart/2005/8/layout/hProcess4"/>
    <dgm:cxn modelId="{9BF02F3B-A5D2-46F9-8004-B85F4A81ECB8}" type="presParOf" srcId="{4AE80F1F-BC3B-4D4C-BCE1-352FCA9C37F6}" destId="{EF5F03F6-086F-492B-90E1-32BF2E13E61B}" srcOrd="2" destOrd="0" presId="urn:microsoft.com/office/officeart/2005/8/layout/hProcess4"/>
    <dgm:cxn modelId="{240C102D-7525-4BAE-8FBF-7282A2A75FD8}" type="presParOf" srcId="{4AE80F1F-BC3B-4D4C-BCE1-352FCA9C37F6}" destId="{57AAF782-546F-4B4F-A4A0-21145567F266}" srcOrd="3" destOrd="0" presId="urn:microsoft.com/office/officeart/2005/8/layout/hProcess4"/>
    <dgm:cxn modelId="{C5374236-0E08-4673-BAC9-A1BC19621D2E}" type="presParOf" srcId="{4AE80F1F-BC3B-4D4C-BCE1-352FCA9C37F6}" destId="{854C7356-1050-486D-8604-02DB90DD8BC4}" srcOrd="4" destOrd="0" presId="urn:microsoft.com/office/officeart/2005/8/layout/hProcess4"/>
    <dgm:cxn modelId="{82271BE5-1236-4871-AA10-4B6F545C1D1F}" type="presParOf" srcId="{100807C7-D894-4459-AA84-C3BF8965E272}" destId="{E55B89E6-8CDE-449E-A8CB-1DB7FA6CA5C8}" srcOrd="1" destOrd="0" presId="urn:microsoft.com/office/officeart/2005/8/layout/hProcess4"/>
    <dgm:cxn modelId="{650587EC-4562-48CD-9544-4A66D9BC6B42}" type="presParOf" srcId="{100807C7-D894-4459-AA84-C3BF8965E272}" destId="{EECFB75A-D01B-4158-8B1A-E26E3B58F2F8}" srcOrd="2" destOrd="0" presId="urn:microsoft.com/office/officeart/2005/8/layout/hProcess4"/>
    <dgm:cxn modelId="{6B272324-EE78-461F-88D6-6BDEF35D33C1}" type="presParOf" srcId="{EECFB75A-D01B-4158-8B1A-E26E3B58F2F8}" destId="{E6FFC5BC-EF4B-4C99-930C-D6C46DE9A920}" srcOrd="0" destOrd="0" presId="urn:microsoft.com/office/officeart/2005/8/layout/hProcess4"/>
    <dgm:cxn modelId="{16D93257-AF58-4790-8F0E-EB80C7C752E6}" type="presParOf" srcId="{EECFB75A-D01B-4158-8B1A-E26E3B58F2F8}" destId="{6E4FD4EE-F979-496E-BE79-A3F705172EAD}" srcOrd="1" destOrd="0" presId="urn:microsoft.com/office/officeart/2005/8/layout/hProcess4"/>
    <dgm:cxn modelId="{8514AC02-9681-4C72-9A5E-77CDA42457DD}" type="presParOf" srcId="{EECFB75A-D01B-4158-8B1A-E26E3B58F2F8}" destId="{0648A583-979B-48D3-8E99-06FDAC7CFA83}" srcOrd="2" destOrd="0" presId="urn:microsoft.com/office/officeart/2005/8/layout/hProcess4"/>
    <dgm:cxn modelId="{493A92E7-A81A-4F2E-9700-3415C577250B}" type="presParOf" srcId="{EECFB75A-D01B-4158-8B1A-E26E3B58F2F8}" destId="{62274FB1-5766-4B42-9EDA-7F4105DFC6C9}" srcOrd="3" destOrd="0" presId="urn:microsoft.com/office/officeart/2005/8/layout/hProcess4"/>
    <dgm:cxn modelId="{2A43B75A-8EEE-4096-8D2A-2B130D19A19C}" type="presParOf" srcId="{EECFB75A-D01B-4158-8B1A-E26E3B58F2F8}" destId="{9F9C0E28-4CF1-480A-BF8A-047402E360B2}" srcOrd="4" destOrd="0" presId="urn:microsoft.com/office/officeart/2005/8/layout/hProcess4"/>
    <dgm:cxn modelId="{470BF71A-FC08-4D48-BCBA-3D83363FC333}" type="presParOf" srcId="{100807C7-D894-4459-AA84-C3BF8965E272}" destId="{45B162EE-B6C1-4A83-A05A-BAD7C37B3BEF}" srcOrd="3" destOrd="0" presId="urn:microsoft.com/office/officeart/2005/8/layout/hProcess4"/>
    <dgm:cxn modelId="{1E552257-8FD1-4FC1-9F7B-8B6D333CD749}" type="presParOf" srcId="{100807C7-D894-4459-AA84-C3BF8965E272}" destId="{73E7578E-281B-47A5-8143-D46D22F7FE41}" srcOrd="4" destOrd="0" presId="urn:microsoft.com/office/officeart/2005/8/layout/hProcess4"/>
    <dgm:cxn modelId="{11DFEDA1-2F8B-431F-BC13-09F1693110FC}" type="presParOf" srcId="{73E7578E-281B-47A5-8143-D46D22F7FE41}" destId="{D342E102-0B5E-442F-A55D-FD4E2F30D30C}" srcOrd="0" destOrd="0" presId="urn:microsoft.com/office/officeart/2005/8/layout/hProcess4"/>
    <dgm:cxn modelId="{7C2E7773-7C05-417B-8029-A74088096B69}" type="presParOf" srcId="{73E7578E-281B-47A5-8143-D46D22F7FE41}" destId="{08F82967-BD57-40D3-9D90-A15E559A0BB9}" srcOrd="1" destOrd="0" presId="urn:microsoft.com/office/officeart/2005/8/layout/hProcess4"/>
    <dgm:cxn modelId="{7EFB685B-668D-4B59-8676-DFEC9082E0C8}" type="presParOf" srcId="{73E7578E-281B-47A5-8143-D46D22F7FE41}" destId="{9CA8C882-B3DC-48D3-B9B8-7A69EF0A75F4}" srcOrd="2" destOrd="0" presId="urn:microsoft.com/office/officeart/2005/8/layout/hProcess4"/>
    <dgm:cxn modelId="{BAA1BC53-EADF-415B-902A-6DA5D57376DF}" type="presParOf" srcId="{73E7578E-281B-47A5-8143-D46D22F7FE41}" destId="{A797C8B9-8FB4-4728-840D-F31AA21D8572}" srcOrd="3" destOrd="0" presId="urn:microsoft.com/office/officeart/2005/8/layout/hProcess4"/>
    <dgm:cxn modelId="{23D14A86-D159-4FE3-8CE3-BCC5CAD22CB9}" type="presParOf" srcId="{73E7578E-281B-47A5-8143-D46D22F7FE41}" destId="{126A7858-3880-4025-B95C-BA51972DCF78}" srcOrd="4" destOrd="0" presId="urn:microsoft.com/office/officeart/2005/8/layout/hProcess4"/>
    <dgm:cxn modelId="{B20BFA82-B5C8-4B74-85E9-84BB18A657EA}" type="presParOf" srcId="{100807C7-D894-4459-AA84-C3BF8965E272}" destId="{D52A8579-EFC7-4753-B346-D27A1FC4CCC9}" srcOrd="5" destOrd="0" presId="urn:microsoft.com/office/officeart/2005/8/layout/hProcess4"/>
    <dgm:cxn modelId="{9A8054EE-BC29-43D8-8B15-C5C1ECF49D4D}" type="presParOf" srcId="{100807C7-D894-4459-AA84-C3BF8965E272}" destId="{CB1CFA5C-3078-4C80-BD05-9C3E6BA4DB68}" srcOrd="6" destOrd="0" presId="urn:microsoft.com/office/officeart/2005/8/layout/hProcess4"/>
    <dgm:cxn modelId="{31E76CBC-BF5A-4673-8082-CB0289541FE3}" type="presParOf" srcId="{CB1CFA5C-3078-4C80-BD05-9C3E6BA4DB68}" destId="{CEAEA52A-42E3-42D0-A88E-827BB44C8354}" srcOrd="0" destOrd="0" presId="urn:microsoft.com/office/officeart/2005/8/layout/hProcess4"/>
    <dgm:cxn modelId="{79E2D781-2745-474A-ADFE-9249CFCAEB4D}" type="presParOf" srcId="{CB1CFA5C-3078-4C80-BD05-9C3E6BA4DB68}" destId="{6DD4DB34-755B-42FE-B14D-239620838362}" srcOrd="1" destOrd="0" presId="urn:microsoft.com/office/officeart/2005/8/layout/hProcess4"/>
    <dgm:cxn modelId="{EE4E7A64-DCBA-4E40-8B60-3589B7C04147}" type="presParOf" srcId="{CB1CFA5C-3078-4C80-BD05-9C3E6BA4DB68}" destId="{B5830771-786B-4B36-96DC-77F5C0091E99}" srcOrd="2" destOrd="0" presId="urn:microsoft.com/office/officeart/2005/8/layout/hProcess4"/>
    <dgm:cxn modelId="{96423A2D-7649-4887-8306-AF1AC191F7FE}" type="presParOf" srcId="{CB1CFA5C-3078-4C80-BD05-9C3E6BA4DB68}" destId="{B2BCCF35-1B89-4CDF-AB7E-EB9060CF25D7}" srcOrd="3" destOrd="0" presId="urn:microsoft.com/office/officeart/2005/8/layout/hProcess4"/>
    <dgm:cxn modelId="{ED018D9F-0C9E-49EF-A318-E9086E5E23CE}" type="presParOf" srcId="{CB1CFA5C-3078-4C80-BD05-9C3E6BA4DB68}" destId="{7AF36AA6-19CD-4AF0-95F0-6096CBEC2F30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7D3030-37AD-4A09-8B72-178ADDF48B1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980C1C-837B-4DFB-8600-868E1FF06B39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1 (N teachers training)</a:t>
          </a:r>
          <a:endParaRPr lang="en-US"/>
        </a:p>
      </dgm:t>
    </dgm:pt>
    <dgm:pt modelId="{70D6DC39-6014-4C43-985C-01868D831C74}" type="parTrans" cxnId="{3327269B-07AC-4314-915E-2DBF26CD07A8}">
      <dgm:prSet/>
      <dgm:spPr/>
      <dgm:t>
        <a:bodyPr/>
        <a:lstStyle/>
        <a:p>
          <a:endParaRPr lang="en-US"/>
        </a:p>
      </dgm:t>
    </dgm:pt>
    <dgm:pt modelId="{A779612A-913E-43D4-8368-B0AB199DC5AD}" type="sibTrans" cxnId="{3327269B-07AC-4314-915E-2DBF26CD07A8}">
      <dgm:prSet/>
      <dgm:spPr/>
      <dgm:t>
        <a:bodyPr/>
        <a:lstStyle/>
        <a:p>
          <a:endParaRPr lang="en-US"/>
        </a:p>
      </dgm:t>
    </dgm:pt>
    <dgm:pt modelId="{DC41C008-41F6-45B5-A1AE-5C6D78D6673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3 (ONNX model fusion) </a:t>
          </a:r>
          <a:endParaRPr lang="en-US"/>
        </a:p>
      </dgm:t>
    </dgm:pt>
    <dgm:pt modelId="{22DA2FB3-02B3-46CE-97EA-9784C97BD41F}" type="parTrans" cxnId="{CDDBF14A-63F8-4B70-998E-073A59F9870D}">
      <dgm:prSet/>
      <dgm:spPr/>
      <dgm:t>
        <a:bodyPr/>
        <a:lstStyle/>
        <a:p>
          <a:endParaRPr lang="en-US"/>
        </a:p>
      </dgm:t>
    </dgm:pt>
    <dgm:pt modelId="{465C8D3E-3018-4930-B40C-3C1C5DD7239F}" type="sibTrans" cxnId="{CDDBF14A-63F8-4B70-998E-073A59F9870D}">
      <dgm:prSet/>
      <dgm:spPr/>
      <dgm:t>
        <a:bodyPr/>
        <a:lstStyle/>
        <a:p>
          <a:endParaRPr lang="en-US"/>
        </a:p>
      </dgm:t>
    </dgm:pt>
    <dgm:pt modelId="{3D9C2749-C529-465E-B54B-BCA3FED9785D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Convert model to ONNX</a:t>
          </a:r>
          <a:endParaRPr lang="en-US"/>
        </a:p>
      </dgm:t>
    </dgm:pt>
    <dgm:pt modelId="{AD5CE8C9-DA87-4B8A-A9E9-2DA7FFF5A815}" type="parTrans" cxnId="{9D818C14-D2DE-4AAE-AFE3-7F710D1AD5ED}">
      <dgm:prSet/>
      <dgm:spPr/>
      <dgm:t>
        <a:bodyPr/>
        <a:lstStyle/>
        <a:p>
          <a:endParaRPr lang="en-US"/>
        </a:p>
      </dgm:t>
    </dgm:pt>
    <dgm:pt modelId="{15A9F165-A0E9-4DA9-A0AF-D5F938222AEC}" type="sibTrans" cxnId="{9D818C14-D2DE-4AAE-AFE3-7F710D1AD5ED}">
      <dgm:prSet/>
      <dgm:spPr/>
      <dgm:t>
        <a:bodyPr/>
        <a:lstStyle/>
        <a:p>
          <a:endParaRPr lang="en-US"/>
        </a:p>
      </dgm:t>
    </dgm:pt>
    <dgm:pt modelId="{47385B67-A066-4346-A416-6DCE2A7DA422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Train multiple black box models </a:t>
          </a:r>
        </a:p>
      </dgm:t>
    </dgm:pt>
    <dgm:pt modelId="{843CD864-6220-4B12-B02B-82F87D42A7DF}" type="parTrans" cxnId="{B0557A85-26BB-4F72-AB3B-4E7F9DF3C2A9}">
      <dgm:prSet/>
      <dgm:spPr/>
    </dgm:pt>
    <dgm:pt modelId="{1B6A66B0-F046-4FB5-BF7A-186CDE63562A}" type="sibTrans" cxnId="{B0557A85-26BB-4F72-AB3B-4E7F9DF3C2A9}">
      <dgm:prSet/>
      <dgm:spPr/>
    </dgm:pt>
    <dgm:pt modelId="{7DFF065F-4A54-402E-85AD-9DDC4E1F366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Knowledge distillation with synthetic data</a:t>
          </a:r>
        </a:p>
      </dgm:t>
    </dgm:pt>
    <dgm:pt modelId="{833C5C7E-54AA-4145-B675-61B6B740155D}" type="parTrans" cxnId="{45FB7304-13A7-4416-8880-82F5FEA0F10B}">
      <dgm:prSet/>
      <dgm:spPr/>
    </dgm:pt>
    <dgm:pt modelId="{1F0598DA-9C84-4F90-8190-A34905ABD95D}" type="sibTrans" cxnId="{45FB7304-13A7-4416-8880-82F5FEA0F10B}">
      <dgm:prSet/>
      <dgm:spPr/>
    </dgm:pt>
    <dgm:pt modelId="{BE3F9624-D2DE-47F2-9A94-65FA689CAC5D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Step 4 (TVM convertion)</a:t>
          </a:r>
        </a:p>
      </dgm:t>
    </dgm:pt>
    <dgm:pt modelId="{CA7CAA37-F004-4FAE-B8E3-317B6F74A8D8}" type="parTrans" cxnId="{9C51F7EB-8190-43C7-857B-7F9DE72A594C}">
      <dgm:prSet/>
      <dgm:spPr/>
    </dgm:pt>
    <dgm:pt modelId="{229A76EE-ED8A-4CC8-9B5A-F5DE6DCCA322}" type="sibTrans" cxnId="{9C51F7EB-8190-43C7-857B-7F9DE72A594C}">
      <dgm:prSet/>
      <dgm:spPr/>
    </dgm:pt>
    <dgm:pt modelId="{0EB498B1-82C7-4D78-A39B-C212789017F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 Step 2 (One student KD)</a:t>
          </a:r>
          <a:endParaRPr lang="en-US"/>
        </a:p>
      </dgm:t>
    </dgm:pt>
    <dgm:pt modelId="{8086802E-8CB9-4C95-BA90-5D2D124E7E65}" type="parTrans" cxnId="{C0E8D4A5-B700-4D8E-8A4C-9DDAC3F6FE3D}">
      <dgm:prSet/>
      <dgm:spPr/>
    </dgm:pt>
    <dgm:pt modelId="{8A054ADB-2BEC-4D18-832B-12468462812A}" type="sibTrans" cxnId="{C0E8D4A5-B700-4D8E-8A4C-9DDAC3F6FE3D}">
      <dgm:prSet/>
      <dgm:spPr/>
    </dgm:pt>
    <dgm:pt modelId="{4B002C05-58E9-4B16-9B3B-1F3D4124C38F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Convert ONNX to TVM</a:t>
          </a:r>
          <a:endParaRPr lang="en-US"/>
        </a:p>
      </dgm:t>
    </dgm:pt>
    <dgm:pt modelId="{C53F41EB-9A8E-4EDD-B294-CBA56B6352A8}" type="parTrans" cxnId="{33B3B043-79B3-4649-BD47-0A312DCA6A7C}">
      <dgm:prSet/>
      <dgm:spPr/>
    </dgm:pt>
    <dgm:pt modelId="{DF8F97C9-5D27-417A-92DB-AA7CE7180105}" type="sibTrans" cxnId="{33B3B043-79B3-4649-BD47-0A312DCA6A7C}">
      <dgm:prSet/>
      <dgm:spPr/>
    </dgm:pt>
    <dgm:pt modelId="{76771A6C-3C4A-48DF-BCF5-553331FB1F77}" type="pres">
      <dgm:prSet presAssocID="{857D3030-37AD-4A09-8B72-178ADDF48B1E}" presName="Name0" presStyleCnt="0">
        <dgm:presLayoutVars>
          <dgm:dir/>
          <dgm:animLvl val="lvl"/>
          <dgm:resizeHandles val="exact"/>
        </dgm:presLayoutVars>
      </dgm:prSet>
      <dgm:spPr/>
    </dgm:pt>
    <dgm:pt modelId="{C5BAF5D5-15B8-4CE5-8570-610BD3F17EA9}" type="pres">
      <dgm:prSet presAssocID="{857D3030-37AD-4A09-8B72-178ADDF48B1E}" presName="tSp" presStyleCnt="0"/>
      <dgm:spPr/>
    </dgm:pt>
    <dgm:pt modelId="{EB51DCE2-6549-4CBB-A8FF-2D65CEC82696}" type="pres">
      <dgm:prSet presAssocID="{857D3030-37AD-4A09-8B72-178ADDF48B1E}" presName="bSp" presStyleCnt="0"/>
      <dgm:spPr/>
    </dgm:pt>
    <dgm:pt modelId="{100807C7-D894-4459-AA84-C3BF8965E272}" type="pres">
      <dgm:prSet presAssocID="{857D3030-37AD-4A09-8B72-178ADDF48B1E}" presName="process" presStyleCnt="0"/>
      <dgm:spPr/>
    </dgm:pt>
    <dgm:pt modelId="{4AE80F1F-BC3B-4D4C-BCE1-352FCA9C37F6}" type="pres">
      <dgm:prSet presAssocID="{00980C1C-837B-4DFB-8600-868E1FF06B39}" presName="composite1" presStyleCnt="0"/>
      <dgm:spPr/>
    </dgm:pt>
    <dgm:pt modelId="{C1FA8A24-9207-4067-BCD7-73B404627CDC}" type="pres">
      <dgm:prSet presAssocID="{00980C1C-837B-4DFB-8600-868E1FF06B39}" presName="dummyNode1" presStyleLbl="node1" presStyleIdx="0" presStyleCnt="4"/>
      <dgm:spPr/>
    </dgm:pt>
    <dgm:pt modelId="{A1FABA5A-4EF1-40DD-AB03-6358C738BB37}" type="pres">
      <dgm:prSet presAssocID="{00980C1C-837B-4DFB-8600-868E1FF06B39}" presName="childNode1" presStyleLbl="bgAcc1" presStyleIdx="0" presStyleCnt="4">
        <dgm:presLayoutVars>
          <dgm:bulletEnabled val="1"/>
        </dgm:presLayoutVars>
      </dgm:prSet>
      <dgm:spPr/>
    </dgm:pt>
    <dgm:pt modelId="{EF5F03F6-086F-492B-90E1-32BF2E13E61B}" type="pres">
      <dgm:prSet presAssocID="{00980C1C-837B-4DFB-8600-868E1FF06B39}" presName="childNode1tx" presStyleLbl="bgAcc1" presStyleIdx="0" presStyleCnt="4">
        <dgm:presLayoutVars>
          <dgm:bulletEnabled val="1"/>
        </dgm:presLayoutVars>
      </dgm:prSet>
      <dgm:spPr/>
    </dgm:pt>
    <dgm:pt modelId="{57AAF782-546F-4B4F-A4A0-21145567F266}" type="pres">
      <dgm:prSet presAssocID="{00980C1C-837B-4DFB-8600-868E1FF06B39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54C7356-1050-486D-8604-02DB90DD8BC4}" type="pres">
      <dgm:prSet presAssocID="{00980C1C-837B-4DFB-8600-868E1FF06B39}" presName="connSite1" presStyleCnt="0"/>
      <dgm:spPr/>
    </dgm:pt>
    <dgm:pt modelId="{E55B89E6-8CDE-449E-A8CB-1DB7FA6CA5C8}" type="pres">
      <dgm:prSet presAssocID="{A779612A-913E-43D4-8368-B0AB199DC5AD}" presName="Name9" presStyleLbl="sibTrans2D1" presStyleIdx="0" presStyleCnt="3"/>
      <dgm:spPr/>
    </dgm:pt>
    <dgm:pt modelId="{C0321590-BBE4-4921-BE96-134D9D9C958F}" type="pres">
      <dgm:prSet presAssocID="{0EB498B1-82C7-4D78-A39B-C212789017F8}" presName="composite2" presStyleCnt="0"/>
      <dgm:spPr/>
    </dgm:pt>
    <dgm:pt modelId="{EAA6A9D0-F461-4485-91CA-E3C40BC2D389}" type="pres">
      <dgm:prSet presAssocID="{0EB498B1-82C7-4D78-A39B-C212789017F8}" presName="dummyNode2" presStyleLbl="node1" presStyleIdx="0" presStyleCnt="4"/>
      <dgm:spPr/>
    </dgm:pt>
    <dgm:pt modelId="{D3480313-D125-43CD-93CE-F212A340FFF6}" type="pres">
      <dgm:prSet presAssocID="{0EB498B1-82C7-4D78-A39B-C212789017F8}" presName="childNode2" presStyleLbl="bgAcc1" presStyleIdx="1" presStyleCnt="4">
        <dgm:presLayoutVars>
          <dgm:bulletEnabled val="1"/>
        </dgm:presLayoutVars>
      </dgm:prSet>
      <dgm:spPr/>
    </dgm:pt>
    <dgm:pt modelId="{28155040-1A58-401F-A3F2-20C9C98CAFC3}" type="pres">
      <dgm:prSet presAssocID="{0EB498B1-82C7-4D78-A39B-C212789017F8}" presName="childNode2tx" presStyleLbl="bgAcc1" presStyleIdx="1" presStyleCnt="4">
        <dgm:presLayoutVars>
          <dgm:bulletEnabled val="1"/>
        </dgm:presLayoutVars>
      </dgm:prSet>
      <dgm:spPr/>
    </dgm:pt>
    <dgm:pt modelId="{4D85D25F-A094-4E85-BD68-3CB7EECEC126}" type="pres">
      <dgm:prSet presAssocID="{0EB498B1-82C7-4D78-A39B-C212789017F8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0CAC536B-BE1F-4711-B77B-163D9A1E6976}" type="pres">
      <dgm:prSet presAssocID="{0EB498B1-82C7-4D78-A39B-C212789017F8}" presName="connSite2" presStyleCnt="0"/>
      <dgm:spPr/>
    </dgm:pt>
    <dgm:pt modelId="{C61F9979-2C38-488B-B4D5-184BF360B8FC}" type="pres">
      <dgm:prSet presAssocID="{8A054ADB-2BEC-4D18-832B-12468462812A}" presName="Name18" presStyleLbl="sibTrans2D1" presStyleIdx="1" presStyleCnt="3"/>
      <dgm:spPr/>
    </dgm:pt>
    <dgm:pt modelId="{228F90FF-910F-4EDB-8E92-97E71D7BBA87}" type="pres">
      <dgm:prSet presAssocID="{DC41C008-41F6-45B5-A1AE-5C6D78D6673B}" presName="composite1" presStyleCnt="0"/>
      <dgm:spPr/>
    </dgm:pt>
    <dgm:pt modelId="{5A37CC73-A3A9-41EE-AA9C-8A71D6C461DC}" type="pres">
      <dgm:prSet presAssocID="{DC41C008-41F6-45B5-A1AE-5C6D78D6673B}" presName="dummyNode1" presStyleLbl="node1" presStyleIdx="1" presStyleCnt="4"/>
      <dgm:spPr/>
    </dgm:pt>
    <dgm:pt modelId="{DBF637D9-30E5-4817-9F31-4C1B3209CD99}" type="pres">
      <dgm:prSet presAssocID="{DC41C008-41F6-45B5-A1AE-5C6D78D6673B}" presName="childNode1" presStyleLbl="bgAcc1" presStyleIdx="2" presStyleCnt="4">
        <dgm:presLayoutVars>
          <dgm:bulletEnabled val="1"/>
        </dgm:presLayoutVars>
      </dgm:prSet>
      <dgm:spPr/>
    </dgm:pt>
    <dgm:pt modelId="{EAA4BA35-0483-4788-AFEE-04E88C59428B}" type="pres">
      <dgm:prSet presAssocID="{DC41C008-41F6-45B5-A1AE-5C6D78D6673B}" presName="childNode1tx" presStyleLbl="bgAcc1" presStyleIdx="2" presStyleCnt="4">
        <dgm:presLayoutVars>
          <dgm:bulletEnabled val="1"/>
        </dgm:presLayoutVars>
      </dgm:prSet>
      <dgm:spPr/>
    </dgm:pt>
    <dgm:pt modelId="{F539FB5B-801E-4352-8B0A-0A170D0EE5D7}" type="pres">
      <dgm:prSet presAssocID="{DC41C008-41F6-45B5-A1AE-5C6D78D6673B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BA7AD331-99E6-4793-A987-513B88EEF6EF}" type="pres">
      <dgm:prSet presAssocID="{DC41C008-41F6-45B5-A1AE-5C6D78D6673B}" presName="connSite1" presStyleCnt="0"/>
      <dgm:spPr/>
    </dgm:pt>
    <dgm:pt modelId="{44E82006-563F-4B5E-8E16-8961C23C9FF0}" type="pres">
      <dgm:prSet presAssocID="{465C8D3E-3018-4930-B40C-3C1C5DD7239F}" presName="Name9" presStyleLbl="sibTrans2D1" presStyleIdx="2" presStyleCnt="3"/>
      <dgm:spPr/>
    </dgm:pt>
    <dgm:pt modelId="{9D853406-DE43-4963-8F13-5D951A45F255}" type="pres">
      <dgm:prSet presAssocID="{BE3F9624-D2DE-47F2-9A94-65FA689CAC5D}" presName="composite2" presStyleCnt="0"/>
      <dgm:spPr/>
    </dgm:pt>
    <dgm:pt modelId="{81CFBDA8-3F15-4EB5-A30E-D7350D6004BC}" type="pres">
      <dgm:prSet presAssocID="{BE3F9624-D2DE-47F2-9A94-65FA689CAC5D}" presName="dummyNode2" presStyleLbl="node1" presStyleIdx="2" presStyleCnt="4"/>
      <dgm:spPr/>
    </dgm:pt>
    <dgm:pt modelId="{5E340B0A-0462-4B35-A30E-805CA7201ED9}" type="pres">
      <dgm:prSet presAssocID="{BE3F9624-D2DE-47F2-9A94-65FA689CAC5D}" presName="childNode2" presStyleLbl="bgAcc1" presStyleIdx="3" presStyleCnt="4">
        <dgm:presLayoutVars>
          <dgm:bulletEnabled val="1"/>
        </dgm:presLayoutVars>
      </dgm:prSet>
      <dgm:spPr/>
    </dgm:pt>
    <dgm:pt modelId="{5886F295-AABF-4EFF-A033-20050EA2A1FE}" type="pres">
      <dgm:prSet presAssocID="{BE3F9624-D2DE-47F2-9A94-65FA689CAC5D}" presName="childNode2tx" presStyleLbl="bgAcc1" presStyleIdx="3" presStyleCnt="4">
        <dgm:presLayoutVars>
          <dgm:bulletEnabled val="1"/>
        </dgm:presLayoutVars>
      </dgm:prSet>
      <dgm:spPr/>
    </dgm:pt>
    <dgm:pt modelId="{ACA55C8D-3A2F-4861-ABED-1054B7F9499A}" type="pres">
      <dgm:prSet presAssocID="{BE3F9624-D2DE-47F2-9A94-65FA689CAC5D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433F3A5A-7C22-4938-B0E1-E666976FCE35}" type="pres">
      <dgm:prSet presAssocID="{BE3F9624-D2DE-47F2-9A94-65FA689CAC5D}" presName="connSite2" presStyleCnt="0"/>
      <dgm:spPr/>
    </dgm:pt>
  </dgm:ptLst>
  <dgm:cxnLst>
    <dgm:cxn modelId="{45FB7304-13A7-4416-8880-82F5FEA0F10B}" srcId="{0EB498B1-82C7-4D78-A39B-C212789017F8}" destId="{7DFF065F-4A54-402E-85AD-9DDC4E1F3660}" srcOrd="0" destOrd="0" parTransId="{833C5C7E-54AA-4145-B675-61B6B740155D}" sibTransId="{1F0598DA-9C84-4F90-8190-A34905ABD95D}"/>
    <dgm:cxn modelId="{C8DD1207-95D6-4216-80E9-365754B337D2}" type="presOf" srcId="{4B002C05-58E9-4B16-9B3B-1F3D4124C38F}" destId="{5E340B0A-0462-4B35-A30E-805CA7201ED9}" srcOrd="0" destOrd="0" presId="urn:microsoft.com/office/officeart/2005/8/layout/hProcess4"/>
    <dgm:cxn modelId="{3847CB0A-C3BF-4EAD-9D83-1F7EFA3D12B6}" type="presOf" srcId="{A779612A-913E-43D4-8368-B0AB199DC5AD}" destId="{E55B89E6-8CDE-449E-A8CB-1DB7FA6CA5C8}" srcOrd="0" destOrd="0" presId="urn:microsoft.com/office/officeart/2005/8/layout/hProcess4"/>
    <dgm:cxn modelId="{9D818C14-D2DE-4AAE-AFE3-7F710D1AD5ED}" srcId="{DC41C008-41F6-45B5-A1AE-5C6D78D6673B}" destId="{3D9C2749-C529-465E-B54B-BCA3FED9785D}" srcOrd="0" destOrd="0" parTransId="{AD5CE8C9-DA87-4B8A-A9E9-2DA7FFF5A815}" sibTransId="{15A9F165-A0E9-4DA9-A0AF-D5F938222AEC}"/>
    <dgm:cxn modelId="{B00E4D25-D3C0-4280-9EE7-9D2DF095667E}" type="presOf" srcId="{3D9C2749-C529-465E-B54B-BCA3FED9785D}" destId="{DBF637D9-30E5-4817-9F31-4C1B3209CD99}" srcOrd="0" destOrd="0" presId="urn:microsoft.com/office/officeart/2005/8/layout/hProcess4"/>
    <dgm:cxn modelId="{F737D727-A9CD-49F1-8E3D-76BD9910103F}" type="presOf" srcId="{7DFF065F-4A54-402E-85AD-9DDC4E1F3660}" destId="{28155040-1A58-401F-A3F2-20C9C98CAFC3}" srcOrd="1" destOrd="0" presId="urn:microsoft.com/office/officeart/2005/8/layout/hProcess4"/>
    <dgm:cxn modelId="{216D782F-4D45-4571-9345-68A80558415C}" type="presOf" srcId="{4B002C05-58E9-4B16-9B3B-1F3D4124C38F}" destId="{5886F295-AABF-4EFF-A033-20050EA2A1FE}" srcOrd="1" destOrd="0" presId="urn:microsoft.com/office/officeart/2005/8/layout/hProcess4"/>
    <dgm:cxn modelId="{45C73032-8002-48DE-9296-BB1CD6C56940}" type="presOf" srcId="{BE3F9624-D2DE-47F2-9A94-65FA689CAC5D}" destId="{ACA55C8D-3A2F-4861-ABED-1054B7F9499A}" srcOrd="0" destOrd="0" presId="urn:microsoft.com/office/officeart/2005/8/layout/hProcess4"/>
    <dgm:cxn modelId="{33B3B043-79B3-4649-BD47-0A312DCA6A7C}" srcId="{BE3F9624-D2DE-47F2-9A94-65FA689CAC5D}" destId="{4B002C05-58E9-4B16-9B3B-1F3D4124C38F}" srcOrd="0" destOrd="0" parTransId="{C53F41EB-9A8E-4EDD-B294-CBA56B6352A8}" sibTransId="{DF8F97C9-5D27-417A-92DB-AA7CE7180105}"/>
    <dgm:cxn modelId="{CDDBF14A-63F8-4B70-998E-073A59F9870D}" srcId="{857D3030-37AD-4A09-8B72-178ADDF48B1E}" destId="{DC41C008-41F6-45B5-A1AE-5C6D78D6673B}" srcOrd="2" destOrd="0" parTransId="{22DA2FB3-02B3-46CE-97EA-9784C97BD41F}" sibTransId="{465C8D3E-3018-4930-B40C-3C1C5DD7239F}"/>
    <dgm:cxn modelId="{A94B424E-822A-4E69-BD63-FF864CF4131A}" type="presOf" srcId="{DC41C008-41F6-45B5-A1AE-5C6D78D6673B}" destId="{F539FB5B-801E-4352-8B0A-0A170D0EE5D7}" srcOrd="0" destOrd="0" presId="urn:microsoft.com/office/officeart/2005/8/layout/hProcess4"/>
    <dgm:cxn modelId="{6C5E677A-6A02-4DE6-BDE7-904DC0B25E47}" type="presOf" srcId="{47385B67-A066-4346-A416-6DCE2A7DA422}" destId="{EF5F03F6-086F-492B-90E1-32BF2E13E61B}" srcOrd="1" destOrd="0" presId="urn:microsoft.com/office/officeart/2005/8/layout/hProcess4"/>
    <dgm:cxn modelId="{B0557A85-26BB-4F72-AB3B-4E7F9DF3C2A9}" srcId="{00980C1C-837B-4DFB-8600-868E1FF06B39}" destId="{47385B67-A066-4346-A416-6DCE2A7DA422}" srcOrd="0" destOrd="0" parTransId="{843CD864-6220-4B12-B02B-82F87D42A7DF}" sibTransId="{1B6A66B0-F046-4FB5-BF7A-186CDE63562A}"/>
    <dgm:cxn modelId="{F7572E8D-FAF2-43B3-93A8-9BF42C42E766}" type="presOf" srcId="{3D9C2749-C529-465E-B54B-BCA3FED9785D}" destId="{EAA4BA35-0483-4788-AFEE-04E88C59428B}" srcOrd="1" destOrd="0" presId="urn:microsoft.com/office/officeart/2005/8/layout/hProcess4"/>
    <dgm:cxn modelId="{57E42592-83D7-4BFB-A7D4-31553A95D97B}" type="presOf" srcId="{0EB498B1-82C7-4D78-A39B-C212789017F8}" destId="{4D85D25F-A094-4E85-BD68-3CB7EECEC126}" srcOrd="0" destOrd="0" presId="urn:microsoft.com/office/officeart/2005/8/layout/hProcess4"/>
    <dgm:cxn modelId="{3327269B-07AC-4314-915E-2DBF26CD07A8}" srcId="{857D3030-37AD-4A09-8B72-178ADDF48B1E}" destId="{00980C1C-837B-4DFB-8600-868E1FF06B39}" srcOrd="0" destOrd="0" parTransId="{70D6DC39-6014-4C43-985C-01868D831C74}" sibTransId="{A779612A-913E-43D4-8368-B0AB199DC5AD}"/>
    <dgm:cxn modelId="{E9AC65A4-E7CB-491E-9974-EB97D641B581}" type="presOf" srcId="{8A054ADB-2BEC-4D18-832B-12468462812A}" destId="{C61F9979-2C38-488B-B4D5-184BF360B8FC}" srcOrd="0" destOrd="0" presId="urn:microsoft.com/office/officeart/2005/8/layout/hProcess4"/>
    <dgm:cxn modelId="{C0E8D4A5-B700-4D8E-8A4C-9DDAC3F6FE3D}" srcId="{857D3030-37AD-4A09-8B72-178ADDF48B1E}" destId="{0EB498B1-82C7-4D78-A39B-C212789017F8}" srcOrd="1" destOrd="0" parTransId="{8086802E-8CB9-4C95-BA90-5D2D124E7E65}" sibTransId="{8A054ADB-2BEC-4D18-832B-12468462812A}"/>
    <dgm:cxn modelId="{35925FAD-D40F-4066-8897-F563601A6892}" type="presOf" srcId="{857D3030-37AD-4A09-8B72-178ADDF48B1E}" destId="{76771A6C-3C4A-48DF-BCF5-553331FB1F77}" srcOrd="0" destOrd="0" presId="urn:microsoft.com/office/officeart/2005/8/layout/hProcess4"/>
    <dgm:cxn modelId="{57D2A6D9-3B81-479E-8C6C-E3BA91B8B68D}" type="presOf" srcId="{47385B67-A066-4346-A416-6DCE2A7DA422}" destId="{A1FABA5A-4EF1-40DD-AB03-6358C738BB37}" srcOrd="0" destOrd="0" presId="urn:microsoft.com/office/officeart/2005/8/layout/hProcess4"/>
    <dgm:cxn modelId="{64D52BE7-2B45-40DD-BF0F-AC03F81B6E91}" type="presOf" srcId="{465C8D3E-3018-4930-B40C-3C1C5DD7239F}" destId="{44E82006-563F-4B5E-8E16-8961C23C9FF0}" srcOrd="0" destOrd="0" presId="urn:microsoft.com/office/officeart/2005/8/layout/hProcess4"/>
    <dgm:cxn modelId="{9C51F7EB-8190-43C7-857B-7F9DE72A594C}" srcId="{857D3030-37AD-4A09-8B72-178ADDF48B1E}" destId="{BE3F9624-D2DE-47F2-9A94-65FA689CAC5D}" srcOrd="3" destOrd="0" parTransId="{CA7CAA37-F004-4FAE-B8E3-317B6F74A8D8}" sibTransId="{229A76EE-ED8A-4CC8-9B5A-F5DE6DCCA322}"/>
    <dgm:cxn modelId="{7A822DED-C910-4824-B034-DEED690519DB}" type="presOf" srcId="{00980C1C-837B-4DFB-8600-868E1FF06B39}" destId="{57AAF782-546F-4B4F-A4A0-21145567F266}" srcOrd="0" destOrd="0" presId="urn:microsoft.com/office/officeart/2005/8/layout/hProcess4"/>
    <dgm:cxn modelId="{811F25F9-7AD4-4BC6-A535-71B9B0C4A250}" type="presOf" srcId="{7DFF065F-4A54-402E-85AD-9DDC4E1F3660}" destId="{D3480313-D125-43CD-93CE-F212A340FFF6}" srcOrd="0" destOrd="0" presId="urn:microsoft.com/office/officeart/2005/8/layout/hProcess4"/>
    <dgm:cxn modelId="{F778E7A5-DC0B-4BF7-8B9C-C0382CB1FE55}" type="presParOf" srcId="{76771A6C-3C4A-48DF-BCF5-553331FB1F77}" destId="{C5BAF5D5-15B8-4CE5-8570-610BD3F17EA9}" srcOrd="0" destOrd="0" presId="urn:microsoft.com/office/officeart/2005/8/layout/hProcess4"/>
    <dgm:cxn modelId="{3F9C6A30-AF77-4AF4-B71D-506C307CEA06}" type="presParOf" srcId="{76771A6C-3C4A-48DF-BCF5-553331FB1F77}" destId="{EB51DCE2-6549-4CBB-A8FF-2D65CEC82696}" srcOrd="1" destOrd="0" presId="urn:microsoft.com/office/officeart/2005/8/layout/hProcess4"/>
    <dgm:cxn modelId="{D1FB0C26-D6B0-457E-A575-D5E1665CB43E}" type="presParOf" srcId="{76771A6C-3C4A-48DF-BCF5-553331FB1F77}" destId="{100807C7-D894-4459-AA84-C3BF8965E272}" srcOrd="2" destOrd="0" presId="urn:microsoft.com/office/officeart/2005/8/layout/hProcess4"/>
    <dgm:cxn modelId="{F2FD9E2F-5FC4-419F-BE2C-8041C9F0309A}" type="presParOf" srcId="{100807C7-D894-4459-AA84-C3BF8965E272}" destId="{4AE80F1F-BC3B-4D4C-BCE1-352FCA9C37F6}" srcOrd="0" destOrd="0" presId="urn:microsoft.com/office/officeart/2005/8/layout/hProcess4"/>
    <dgm:cxn modelId="{D7F769E8-279B-4E1E-80ED-AD790FB085C6}" type="presParOf" srcId="{4AE80F1F-BC3B-4D4C-BCE1-352FCA9C37F6}" destId="{C1FA8A24-9207-4067-BCD7-73B404627CDC}" srcOrd="0" destOrd="0" presId="urn:microsoft.com/office/officeart/2005/8/layout/hProcess4"/>
    <dgm:cxn modelId="{DCEA8D01-FE08-480C-A544-060BCCBCC24F}" type="presParOf" srcId="{4AE80F1F-BC3B-4D4C-BCE1-352FCA9C37F6}" destId="{A1FABA5A-4EF1-40DD-AB03-6358C738BB37}" srcOrd="1" destOrd="0" presId="urn:microsoft.com/office/officeart/2005/8/layout/hProcess4"/>
    <dgm:cxn modelId="{219EB8B0-4636-4FC4-932E-9D531ABD6898}" type="presParOf" srcId="{4AE80F1F-BC3B-4D4C-BCE1-352FCA9C37F6}" destId="{EF5F03F6-086F-492B-90E1-32BF2E13E61B}" srcOrd="2" destOrd="0" presId="urn:microsoft.com/office/officeart/2005/8/layout/hProcess4"/>
    <dgm:cxn modelId="{901B9D3D-C1A9-4D35-A767-A82D35C76E83}" type="presParOf" srcId="{4AE80F1F-BC3B-4D4C-BCE1-352FCA9C37F6}" destId="{57AAF782-546F-4B4F-A4A0-21145567F266}" srcOrd="3" destOrd="0" presId="urn:microsoft.com/office/officeart/2005/8/layout/hProcess4"/>
    <dgm:cxn modelId="{45B42F97-A3CB-49C0-AC92-C44A85EE6E41}" type="presParOf" srcId="{4AE80F1F-BC3B-4D4C-BCE1-352FCA9C37F6}" destId="{854C7356-1050-486D-8604-02DB90DD8BC4}" srcOrd="4" destOrd="0" presId="urn:microsoft.com/office/officeart/2005/8/layout/hProcess4"/>
    <dgm:cxn modelId="{5363889E-0F05-464E-9E09-1B32897330B8}" type="presParOf" srcId="{100807C7-D894-4459-AA84-C3BF8965E272}" destId="{E55B89E6-8CDE-449E-A8CB-1DB7FA6CA5C8}" srcOrd="1" destOrd="0" presId="urn:microsoft.com/office/officeart/2005/8/layout/hProcess4"/>
    <dgm:cxn modelId="{07BADCAD-2E43-4714-A948-9619D21DE445}" type="presParOf" srcId="{100807C7-D894-4459-AA84-C3BF8965E272}" destId="{C0321590-BBE4-4921-BE96-134D9D9C958F}" srcOrd="2" destOrd="0" presId="urn:microsoft.com/office/officeart/2005/8/layout/hProcess4"/>
    <dgm:cxn modelId="{DA18C56C-CB21-4512-BE90-3B18AF2A7FFF}" type="presParOf" srcId="{C0321590-BBE4-4921-BE96-134D9D9C958F}" destId="{EAA6A9D0-F461-4485-91CA-E3C40BC2D389}" srcOrd="0" destOrd="0" presId="urn:microsoft.com/office/officeart/2005/8/layout/hProcess4"/>
    <dgm:cxn modelId="{9789DF0A-C284-4E28-BA8C-FEA6E7529559}" type="presParOf" srcId="{C0321590-BBE4-4921-BE96-134D9D9C958F}" destId="{D3480313-D125-43CD-93CE-F212A340FFF6}" srcOrd="1" destOrd="0" presId="urn:microsoft.com/office/officeart/2005/8/layout/hProcess4"/>
    <dgm:cxn modelId="{DFD6058A-95EA-4EE2-8B73-70F98EDEC76D}" type="presParOf" srcId="{C0321590-BBE4-4921-BE96-134D9D9C958F}" destId="{28155040-1A58-401F-A3F2-20C9C98CAFC3}" srcOrd="2" destOrd="0" presId="urn:microsoft.com/office/officeart/2005/8/layout/hProcess4"/>
    <dgm:cxn modelId="{834A728D-9C10-4A99-85C7-30F7A8A09538}" type="presParOf" srcId="{C0321590-BBE4-4921-BE96-134D9D9C958F}" destId="{4D85D25F-A094-4E85-BD68-3CB7EECEC126}" srcOrd="3" destOrd="0" presId="urn:microsoft.com/office/officeart/2005/8/layout/hProcess4"/>
    <dgm:cxn modelId="{9A99C43B-7124-4E9C-8180-58847DCDF877}" type="presParOf" srcId="{C0321590-BBE4-4921-BE96-134D9D9C958F}" destId="{0CAC536B-BE1F-4711-B77B-163D9A1E6976}" srcOrd="4" destOrd="0" presId="urn:microsoft.com/office/officeart/2005/8/layout/hProcess4"/>
    <dgm:cxn modelId="{6064B296-B3AF-4D36-9049-B4E4782B762D}" type="presParOf" srcId="{100807C7-D894-4459-AA84-C3BF8965E272}" destId="{C61F9979-2C38-488B-B4D5-184BF360B8FC}" srcOrd="3" destOrd="0" presId="urn:microsoft.com/office/officeart/2005/8/layout/hProcess4"/>
    <dgm:cxn modelId="{BABC2E15-AE4F-4447-B26E-3AD4CCB8AB1E}" type="presParOf" srcId="{100807C7-D894-4459-AA84-C3BF8965E272}" destId="{228F90FF-910F-4EDB-8E92-97E71D7BBA87}" srcOrd="4" destOrd="0" presId="urn:microsoft.com/office/officeart/2005/8/layout/hProcess4"/>
    <dgm:cxn modelId="{A98903AE-D0A8-4B0C-9B47-D5E9EDAA6823}" type="presParOf" srcId="{228F90FF-910F-4EDB-8E92-97E71D7BBA87}" destId="{5A37CC73-A3A9-41EE-AA9C-8A71D6C461DC}" srcOrd="0" destOrd="0" presId="urn:microsoft.com/office/officeart/2005/8/layout/hProcess4"/>
    <dgm:cxn modelId="{FD84ABA9-B030-4573-A2E8-39B05D02B597}" type="presParOf" srcId="{228F90FF-910F-4EDB-8E92-97E71D7BBA87}" destId="{DBF637D9-30E5-4817-9F31-4C1B3209CD99}" srcOrd="1" destOrd="0" presId="urn:microsoft.com/office/officeart/2005/8/layout/hProcess4"/>
    <dgm:cxn modelId="{07B56781-1CC1-4A83-81EA-B9CA0CAD3802}" type="presParOf" srcId="{228F90FF-910F-4EDB-8E92-97E71D7BBA87}" destId="{EAA4BA35-0483-4788-AFEE-04E88C59428B}" srcOrd="2" destOrd="0" presId="urn:microsoft.com/office/officeart/2005/8/layout/hProcess4"/>
    <dgm:cxn modelId="{CC721B1D-4BDE-47DC-AB76-593889363E29}" type="presParOf" srcId="{228F90FF-910F-4EDB-8E92-97E71D7BBA87}" destId="{F539FB5B-801E-4352-8B0A-0A170D0EE5D7}" srcOrd="3" destOrd="0" presId="urn:microsoft.com/office/officeart/2005/8/layout/hProcess4"/>
    <dgm:cxn modelId="{76034678-D606-409C-95CF-C48A30BB8FDC}" type="presParOf" srcId="{228F90FF-910F-4EDB-8E92-97E71D7BBA87}" destId="{BA7AD331-99E6-4793-A987-513B88EEF6EF}" srcOrd="4" destOrd="0" presId="urn:microsoft.com/office/officeart/2005/8/layout/hProcess4"/>
    <dgm:cxn modelId="{14D22B83-9860-42C1-81F8-1AC06DF2C0BA}" type="presParOf" srcId="{100807C7-D894-4459-AA84-C3BF8965E272}" destId="{44E82006-563F-4B5E-8E16-8961C23C9FF0}" srcOrd="5" destOrd="0" presId="urn:microsoft.com/office/officeart/2005/8/layout/hProcess4"/>
    <dgm:cxn modelId="{A604602F-7820-4B3A-A3FB-5829F8B86EA8}" type="presParOf" srcId="{100807C7-D894-4459-AA84-C3BF8965E272}" destId="{9D853406-DE43-4963-8F13-5D951A45F255}" srcOrd="6" destOrd="0" presId="urn:microsoft.com/office/officeart/2005/8/layout/hProcess4"/>
    <dgm:cxn modelId="{E8622FAD-73DB-42B2-939B-3F6D5F4E5DD1}" type="presParOf" srcId="{9D853406-DE43-4963-8F13-5D951A45F255}" destId="{81CFBDA8-3F15-4EB5-A30E-D7350D6004BC}" srcOrd="0" destOrd="0" presId="urn:microsoft.com/office/officeart/2005/8/layout/hProcess4"/>
    <dgm:cxn modelId="{24830485-C79F-47FD-83DF-0A54381AAAD4}" type="presParOf" srcId="{9D853406-DE43-4963-8F13-5D951A45F255}" destId="{5E340B0A-0462-4B35-A30E-805CA7201ED9}" srcOrd="1" destOrd="0" presId="urn:microsoft.com/office/officeart/2005/8/layout/hProcess4"/>
    <dgm:cxn modelId="{AF0B72CD-73A8-452E-AE54-A14A7D809470}" type="presParOf" srcId="{9D853406-DE43-4963-8F13-5D951A45F255}" destId="{5886F295-AABF-4EFF-A033-20050EA2A1FE}" srcOrd="2" destOrd="0" presId="urn:microsoft.com/office/officeart/2005/8/layout/hProcess4"/>
    <dgm:cxn modelId="{C6C940E7-DC1B-410E-AB41-80B6A02D1CA0}" type="presParOf" srcId="{9D853406-DE43-4963-8F13-5D951A45F255}" destId="{ACA55C8D-3A2F-4861-ABED-1054B7F9499A}" srcOrd="3" destOrd="0" presId="urn:microsoft.com/office/officeart/2005/8/layout/hProcess4"/>
    <dgm:cxn modelId="{6567E3E1-C64C-4562-9187-0048622B360F}" type="presParOf" srcId="{9D853406-DE43-4963-8F13-5D951A45F255}" destId="{433F3A5A-7C22-4938-B0E1-E666976FCE3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ABA5A-4EF1-40DD-AB03-6358C738BB37}">
      <dsp:nvSpPr>
        <dsp:cNvPr id="0" name=""/>
        <dsp:cNvSpPr/>
      </dsp:nvSpPr>
      <dsp:spPr>
        <a:xfrm>
          <a:off x="487" y="1313226"/>
          <a:ext cx="1071103" cy="883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latin typeface="Calibri Light" panose="020F0302020204030204"/>
            </a:rPr>
            <a:t>Train big teacher model (pipeline execution)</a:t>
          </a:r>
          <a:endParaRPr lang="en-US" sz="900" kern="1200"/>
        </a:p>
      </dsp:txBody>
      <dsp:txXfrm>
        <a:off x="20817" y="1333556"/>
        <a:ext cx="1030443" cy="653468"/>
      </dsp:txXfrm>
    </dsp:sp>
    <dsp:sp modelId="{E55B89E6-8CDE-449E-A8CB-1DB7FA6CA5C8}">
      <dsp:nvSpPr>
        <dsp:cNvPr id="0" name=""/>
        <dsp:cNvSpPr/>
      </dsp:nvSpPr>
      <dsp:spPr>
        <a:xfrm>
          <a:off x="616010" y="1572447"/>
          <a:ext cx="1109116" cy="1109116"/>
        </a:xfrm>
        <a:prstGeom prst="leftCircularArrow">
          <a:avLst>
            <a:gd name="adj1" fmla="val 2509"/>
            <a:gd name="adj2" fmla="val 304106"/>
            <a:gd name="adj3" fmla="val 2079617"/>
            <a:gd name="adj4" fmla="val 9024489"/>
            <a:gd name="adj5" fmla="val 29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AF782-546F-4B4F-A4A0-21145567F266}">
      <dsp:nvSpPr>
        <dsp:cNvPr id="0" name=""/>
        <dsp:cNvSpPr/>
      </dsp:nvSpPr>
      <dsp:spPr>
        <a:xfrm>
          <a:off x="238510" y="2007355"/>
          <a:ext cx="952092" cy="378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alibri Light" panose="020F0302020204030204"/>
            </a:rPr>
            <a:t> Step 1 (Pipeline)</a:t>
          </a:r>
          <a:endParaRPr lang="en-US" sz="1100" kern="1200"/>
        </a:p>
      </dsp:txBody>
      <dsp:txXfrm>
        <a:off x="249599" y="2018444"/>
        <a:ext cx="929914" cy="356437"/>
      </dsp:txXfrm>
    </dsp:sp>
    <dsp:sp modelId="{6E4FD4EE-F979-496E-BE79-A3F705172EAD}">
      <dsp:nvSpPr>
        <dsp:cNvPr id="0" name=""/>
        <dsp:cNvSpPr/>
      </dsp:nvSpPr>
      <dsp:spPr>
        <a:xfrm>
          <a:off x="1323102" y="1313226"/>
          <a:ext cx="1071103" cy="883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latin typeface="Calibri Light" panose="020F0302020204030204"/>
            </a:rPr>
            <a:t>Generate synthetic data for unseen anomalies </a:t>
          </a:r>
        </a:p>
      </dsp:txBody>
      <dsp:txXfrm>
        <a:off x="1343432" y="1522864"/>
        <a:ext cx="1030443" cy="653468"/>
      </dsp:txXfrm>
    </dsp:sp>
    <dsp:sp modelId="{45B162EE-B6C1-4A83-A05A-BAD7C37B3BEF}">
      <dsp:nvSpPr>
        <dsp:cNvPr id="0" name=""/>
        <dsp:cNvSpPr/>
      </dsp:nvSpPr>
      <dsp:spPr>
        <a:xfrm>
          <a:off x="1929700" y="793687"/>
          <a:ext cx="1245980" cy="1245980"/>
        </a:xfrm>
        <a:prstGeom prst="circularArrow">
          <a:avLst>
            <a:gd name="adj1" fmla="val 2233"/>
            <a:gd name="adj2" fmla="val 268984"/>
            <a:gd name="adj3" fmla="val 19555505"/>
            <a:gd name="adj4" fmla="val 12575511"/>
            <a:gd name="adj5" fmla="val 260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74FB1-5766-4B42-9EDA-7F4105DFC6C9}">
      <dsp:nvSpPr>
        <dsp:cNvPr id="0" name=""/>
        <dsp:cNvSpPr/>
      </dsp:nvSpPr>
      <dsp:spPr>
        <a:xfrm>
          <a:off x="1561125" y="1123918"/>
          <a:ext cx="952092" cy="378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alibri Light" panose="020F0302020204030204"/>
            </a:rPr>
            <a:t> Step 2 (SAG)</a:t>
          </a:r>
          <a:endParaRPr lang="en-US" sz="1100" kern="1200"/>
        </a:p>
      </dsp:txBody>
      <dsp:txXfrm>
        <a:off x="1572214" y="1135007"/>
        <a:ext cx="929914" cy="356437"/>
      </dsp:txXfrm>
    </dsp:sp>
    <dsp:sp modelId="{08F82967-BD57-40D3-9D90-A15E559A0BB9}">
      <dsp:nvSpPr>
        <dsp:cNvPr id="0" name=""/>
        <dsp:cNvSpPr/>
      </dsp:nvSpPr>
      <dsp:spPr>
        <a:xfrm>
          <a:off x="2645718" y="1313226"/>
          <a:ext cx="1071103" cy="883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latin typeface="Calibri Light" panose="020F0302020204030204"/>
            </a:rPr>
            <a:t> Use teacher model and synthetic data to train student model</a:t>
          </a:r>
          <a:endParaRPr lang="en-US" sz="900" kern="1200"/>
        </a:p>
      </dsp:txBody>
      <dsp:txXfrm>
        <a:off x="2666048" y="1333556"/>
        <a:ext cx="1030443" cy="653468"/>
      </dsp:txXfrm>
    </dsp:sp>
    <dsp:sp modelId="{D52A8579-EFC7-4753-B346-D27A1FC4CCC9}">
      <dsp:nvSpPr>
        <dsp:cNvPr id="0" name=""/>
        <dsp:cNvSpPr/>
      </dsp:nvSpPr>
      <dsp:spPr>
        <a:xfrm>
          <a:off x="3261241" y="1572447"/>
          <a:ext cx="1109116" cy="1109116"/>
        </a:xfrm>
        <a:prstGeom prst="leftCircularArrow">
          <a:avLst>
            <a:gd name="adj1" fmla="val 2509"/>
            <a:gd name="adj2" fmla="val 304106"/>
            <a:gd name="adj3" fmla="val 2079617"/>
            <a:gd name="adj4" fmla="val 9024489"/>
            <a:gd name="adj5" fmla="val 29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7C8B9-8FB4-4728-840D-F31AA21D8572}">
      <dsp:nvSpPr>
        <dsp:cNvPr id="0" name=""/>
        <dsp:cNvSpPr/>
      </dsp:nvSpPr>
      <dsp:spPr>
        <a:xfrm>
          <a:off x="2883741" y="2007355"/>
          <a:ext cx="952092" cy="378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alibri Light" panose="020F0302020204030204"/>
            </a:rPr>
            <a:t> Step 3 (KD) </a:t>
          </a:r>
          <a:endParaRPr lang="en-US" sz="1100" kern="1200"/>
        </a:p>
      </dsp:txBody>
      <dsp:txXfrm>
        <a:off x="2894830" y="2018444"/>
        <a:ext cx="929914" cy="356437"/>
      </dsp:txXfrm>
    </dsp:sp>
    <dsp:sp modelId="{6DD4DB34-755B-42FE-B14D-239620838362}">
      <dsp:nvSpPr>
        <dsp:cNvPr id="0" name=""/>
        <dsp:cNvSpPr/>
      </dsp:nvSpPr>
      <dsp:spPr>
        <a:xfrm>
          <a:off x="3968333" y="1313226"/>
          <a:ext cx="1071103" cy="883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>
              <a:latin typeface="Calibri Light" panose="020F0302020204030204"/>
            </a:rPr>
            <a:t>Validate student model accuracy vs teacher model accuracy</a:t>
          </a:r>
        </a:p>
      </dsp:txBody>
      <dsp:txXfrm>
        <a:off x="3988663" y="1522864"/>
        <a:ext cx="1030443" cy="653468"/>
      </dsp:txXfrm>
    </dsp:sp>
    <dsp:sp modelId="{B2BCCF35-1B89-4CDF-AB7E-EB9060CF25D7}">
      <dsp:nvSpPr>
        <dsp:cNvPr id="0" name=""/>
        <dsp:cNvSpPr/>
      </dsp:nvSpPr>
      <dsp:spPr>
        <a:xfrm>
          <a:off x="4206356" y="1123918"/>
          <a:ext cx="952092" cy="3786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Calibri Light" panose="020F0302020204030204"/>
            </a:rPr>
            <a:t>Step 4 (Validation)</a:t>
          </a:r>
        </a:p>
      </dsp:txBody>
      <dsp:txXfrm>
        <a:off x="4217445" y="1135007"/>
        <a:ext cx="929914" cy="356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ABA5A-4EF1-40DD-AB03-6358C738BB37}">
      <dsp:nvSpPr>
        <dsp:cNvPr id="0" name=""/>
        <dsp:cNvSpPr/>
      </dsp:nvSpPr>
      <dsp:spPr>
        <a:xfrm>
          <a:off x="931" y="1016195"/>
          <a:ext cx="1350912" cy="1114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 Light" panose="020F0302020204030204"/>
            </a:rPr>
            <a:t>Train multiple black box models </a:t>
          </a:r>
        </a:p>
      </dsp:txBody>
      <dsp:txXfrm>
        <a:off x="26572" y="1041836"/>
        <a:ext cx="1299630" cy="824176"/>
      </dsp:txXfrm>
    </dsp:sp>
    <dsp:sp modelId="{E55B89E6-8CDE-449E-A8CB-1DB7FA6CA5C8}">
      <dsp:nvSpPr>
        <dsp:cNvPr id="0" name=""/>
        <dsp:cNvSpPr/>
      </dsp:nvSpPr>
      <dsp:spPr>
        <a:xfrm>
          <a:off x="754175" y="1260258"/>
          <a:ext cx="1521285" cy="1521285"/>
        </a:xfrm>
        <a:prstGeom prst="leftCircularArrow">
          <a:avLst>
            <a:gd name="adj1" fmla="val 3360"/>
            <a:gd name="adj2" fmla="val 415490"/>
            <a:gd name="adj3" fmla="val 2191001"/>
            <a:gd name="adj4" fmla="val 9024489"/>
            <a:gd name="adj5" fmla="val 392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AF782-546F-4B4F-A4A0-21145567F266}">
      <dsp:nvSpPr>
        <dsp:cNvPr id="0" name=""/>
        <dsp:cNvSpPr/>
      </dsp:nvSpPr>
      <dsp:spPr>
        <a:xfrm>
          <a:off x="301134" y="1891654"/>
          <a:ext cx="1200810" cy="477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 Light" panose="020F0302020204030204"/>
            </a:rPr>
            <a:t> Step 1 (N teachers training)</a:t>
          </a:r>
          <a:endParaRPr lang="en-US" sz="1200" kern="1200"/>
        </a:p>
      </dsp:txBody>
      <dsp:txXfrm>
        <a:off x="315120" y="1905640"/>
        <a:ext cx="1172838" cy="449550"/>
      </dsp:txXfrm>
    </dsp:sp>
    <dsp:sp modelId="{D3480313-D125-43CD-93CE-F212A340FFF6}">
      <dsp:nvSpPr>
        <dsp:cNvPr id="0" name=""/>
        <dsp:cNvSpPr/>
      </dsp:nvSpPr>
      <dsp:spPr>
        <a:xfrm>
          <a:off x="1745339" y="1016195"/>
          <a:ext cx="1350912" cy="1114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 Light" panose="020F0302020204030204"/>
            </a:rPr>
            <a:t>Knowledge distillation with synthetic data</a:t>
          </a:r>
        </a:p>
      </dsp:txBody>
      <dsp:txXfrm>
        <a:off x="1770980" y="1280597"/>
        <a:ext cx="1299630" cy="824176"/>
      </dsp:txXfrm>
    </dsp:sp>
    <dsp:sp modelId="{C61F9979-2C38-488B-B4D5-184BF360B8FC}">
      <dsp:nvSpPr>
        <dsp:cNvPr id="0" name=""/>
        <dsp:cNvSpPr/>
      </dsp:nvSpPr>
      <dsp:spPr>
        <a:xfrm>
          <a:off x="2487325" y="321378"/>
          <a:ext cx="1693902" cy="1693902"/>
        </a:xfrm>
        <a:prstGeom prst="circularArrow">
          <a:avLst>
            <a:gd name="adj1" fmla="val 3017"/>
            <a:gd name="adj2" fmla="val 370141"/>
            <a:gd name="adj3" fmla="val 19454348"/>
            <a:gd name="adj4" fmla="val 12575511"/>
            <a:gd name="adj5" fmla="val 352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5D25F-A094-4E85-BD68-3CB7EECEC126}">
      <dsp:nvSpPr>
        <dsp:cNvPr id="0" name=""/>
        <dsp:cNvSpPr/>
      </dsp:nvSpPr>
      <dsp:spPr>
        <a:xfrm>
          <a:off x="2045541" y="777434"/>
          <a:ext cx="1200810" cy="477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 Light" panose="020F0302020204030204"/>
            </a:rPr>
            <a:t> Step 2 (One student KD)</a:t>
          </a:r>
          <a:endParaRPr lang="en-US" sz="1200" kern="1200"/>
        </a:p>
      </dsp:txBody>
      <dsp:txXfrm>
        <a:off x="2059527" y="791420"/>
        <a:ext cx="1172838" cy="449550"/>
      </dsp:txXfrm>
    </dsp:sp>
    <dsp:sp modelId="{DBF637D9-30E5-4817-9F31-4C1B3209CD99}">
      <dsp:nvSpPr>
        <dsp:cNvPr id="0" name=""/>
        <dsp:cNvSpPr/>
      </dsp:nvSpPr>
      <dsp:spPr>
        <a:xfrm>
          <a:off x="3489746" y="1016195"/>
          <a:ext cx="1350912" cy="1114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 Light" panose="020F0302020204030204"/>
            </a:rPr>
            <a:t> Convert model to ONNX</a:t>
          </a:r>
          <a:endParaRPr lang="en-US" sz="1400" kern="1200"/>
        </a:p>
      </dsp:txBody>
      <dsp:txXfrm>
        <a:off x="3515387" y="1041836"/>
        <a:ext cx="1299630" cy="824176"/>
      </dsp:txXfrm>
    </dsp:sp>
    <dsp:sp modelId="{44E82006-563F-4B5E-8E16-8961C23C9FF0}">
      <dsp:nvSpPr>
        <dsp:cNvPr id="0" name=""/>
        <dsp:cNvSpPr/>
      </dsp:nvSpPr>
      <dsp:spPr>
        <a:xfrm>
          <a:off x="4242990" y="1260258"/>
          <a:ext cx="1521285" cy="1521285"/>
        </a:xfrm>
        <a:prstGeom prst="leftCircularArrow">
          <a:avLst>
            <a:gd name="adj1" fmla="val 3360"/>
            <a:gd name="adj2" fmla="val 415490"/>
            <a:gd name="adj3" fmla="val 2191001"/>
            <a:gd name="adj4" fmla="val 9024489"/>
            <a:gd name="adj5" fmla="val 392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9FB5B-801E-4352-8B0A-0A170D0EE5D7}">
      <dsp:nvSpPr>
        <dsp:cNvPr id="0" name=""/>
        <dsp:cNvSpPr/>
      </dsp:nvSpPr>
      <dsp:spPr>
        <a:xfrm>
          <a:off x="3789949" y="1891654"/>
          <a:ext cx="1200810" cy="477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 Light" panose="020F0302020204030204"/>
            </a:rPr>
            <a:t> Step 3 (ONNX model fusion) </a:t>
          </a:r>
          <a:endParaRPr lang="en-US" sz="1200" kern="1200"/>
        </a:p>
      </dsp:txBody>
      <dsp:txXfrm>
        <a:off x="3803935" y="1905640"/>
        <a:ext cx="1172838" cy="449550"/>
      </dsp:txXfrm>
    </dsp:sp>
    <dsp:sp modelId="{5E340B0A-0462-4B35-A30E-805CA7201ED9}">
      <dsp:nvSpPr>
        <dsp:cNvPr id="0" name=""/>
        <dsp:cNvSpPr/>
      </dsp:nvSpPr>
      <dsp:spPr>
        <a:xfrm>
          <a:off x="5234154" y="1016195"/>
          <a:ext cx="1350912" cy="1114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Calibri Light" panose="020F0302020204030204"/>
            </a:rPr>
            <a:t>Convert ONNX to TVM</a:t>
          </a:r>
          <a:endParaRPr lang="en-US" sz="1400" kern="1200"/>
        </a:p>
      </dsp:txBody>
      <dsp:txXfrm>
        <a:off x="5259795" y="1280597"/>
        <a:ext cx="1299630" cy="824176"/>
      </dsp:txXfrm>
    </dsp:sp>
    <dsp:sp modelId="{ACA55C8D-3A2F-4861-ABED-1054B7F9499A}">
      <dsp:nvSpPr>
        <dsp:cNvPr id="0" name=""/>
        <dsp:cNvSpPr/>
      </dsp:nvSpPr>
      <dsp:spPr>
        <a:xfrm>
          <a:off x="5534356" y="777434"/>
          <a:ext cx="1200810" cy="4775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 Light" panose="020F0302020204030204"/>
            </a:rPr>
            <a:t>Step 4 (TVM convertion)</a:t>
          </a:r>
        </a:p>
      </dsp:txBody>
      <dsp:txXfrm>
        <a:off x="5548342" y="791420"/>
        <a:ext cx="1172838" cy="449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6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8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Unsupervised knowledge distillation for multiple Blackbox ML pipelines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7" name="Picture 5297" descr="Chart, scatter chart&#10;&#10;Description automatically generated">
            <a:extLst>
              <a:ext uri="{FF2B5EF4-FFF2-40B4-BE49-F238E27FC236}">
                <a16:creationId xmlns:a16="http://schemas.microsoft.com/office/drawing/2014/main" id="{B26CFADC-664A-4E4F-81F1-43A60B7A3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492" y="3061603"/>
            <a:ext cx="5509845" cy="36861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0DF56-FB3E-49A6-B4BE-63ACAB0B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18" y="61370"/>
            <a:ext cx="10515600" cy="1024308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Brief and Goals</a:t>
            </a:r>
            <a:endParaRPr lang="en-US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A2BF-D3DF-469B-9B58-64DD168FD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44" y="785770"/>
            <a:ext cx="11375694" cy="22683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Knowledge distillation (KD) </a:t>
            </a:r>
            <a:r>
              <a:rPr lang="en-US" sz="2000">
                <a:ea typeface="+mn-lt"/>
                <a:cs typeface="+mn-lt"/>
              </a:rPr>
              <a:t>- process of transferring knowledge from a large model (teacher) to a smaller one (student) while keeping maximum knowledge capacity (without loss of validity). Distilled model is optimized for running on edge devices with limited computation resources.</a:t>
            </a:r>
            <a:endParaRPr lang="en-US" sz="2000">
              <a:cs typeface="Calibri" panose="020F0502020204030204"/>
            </a:endParaRPr>
          </a:p>
          <a:p>
            <a:r>
              <a:rPr lang="en-US" sz="2000">
                <a:ea typeface="+mn-lt"/>
                <a:cs typeface="+mn-lt"/>
              </a:rPr>
              <a:t>KD could be done with one already trained block box model or even several models that share certain inputs (e.g., dependent subsystems in a car).</a:t>
            </a:r>
          </a:p>
          <a:p>
            <a:r>
              <a:rPr lang="en-US" sz="2000">
                <a:cs typeface="Calibri" panose="020F0502020204030204"/>
              </a:rPr>
              <a:t>In anomaly detection domain to utilize teacher knowledge the most effective way, KD often implies detecting anomalies in unknown conditions which is often called in literature </a:t>
            </a:r>
            <a:r>
              <a:rPr lang="en-US" sz="2000" b="1" i="1">
                <a:cs typeface="Calibri" panose="020F0502020204030204"/>
              </a:rPr>
              <a:t>covariate shift</a:t>
            </a:r>
            <a:r>
              <a:rPr lang="en-US" sz="2000">
                <a:cs typeface="Calibri" panose="020F0502020204030204"/>
              </a:rPr>
              <a:t> and, therefore, connected to </a:t>
            </a:r>
            <a:r>
              <a:rPr lang="en-US" sz="2000">
                <a:highlight>
                  <a:srgbClr val="FFFF00"/>
                </a:highlight>
                <a:cs typeface="Calibri" panose="020F0502020204030204"/>
              </a:rPr>
              <a:t>synthetic anomaly generation (SAG) or gap filling (GF)</a:t>
            </a:r>
          </a:p>
        </p:txBody>
      </p:sp>
      <p:graphicFrame>
        <p:nvGraphicFramePr>
          <p:cNvPr id="85" name="Diagram 85">
            <a:extLst>
              <a:ext uri="{FF2B5EF4-FFF2-40B4-BE49-F238E27FC236}">
                <a16:creationId xmlns:a16="http://schemas.microsoft.com/office/drawing/2014/main" id="{E84C8598-F674-4396-9A91-F4BC6FA5C6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4639600"/>
              </p:ext>
            </p:extLst>
          </p:nvPr>
        </p:nvGraphicFramePr>
        <p:xfrm>
          <a:off x="580683" y="3149209"/>
          <a:ext cx="5158936" cy="3509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127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21FE-91AB-415D-AF48-8B61DD28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54" y="142386"/>
            <a:ext cx="10515600" cy="692518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cs typeface="Calibri Light"/>
              </a:rPr>
              <a:t>Implementation</a:t>
            </a:r>
          </a:p>
        </p:txBody>
      </p:sp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6BCC8BF0-3134-478E-839F-4D6C387A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4" y="909268"/>
            <a:ext cx="7596554" cy="3069986"/>
          </a:xfrm>
          <a:prstGeom prst="rect">
            <a:avLst/>
          </a:prstGeom>
        </p:spPr>
      </p:pic>
      <p:pic>
        <p:nvPicPr>
          <p:cNvPr id="6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CB7F2E28-D451-43D9-BE65-D149775B7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109" y="1301764"/>
            <a:ext cx="3048000" cy="3011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73DF49-8B52-489D-9020-041EF15F96C8}"/>
              </a:ext>
            </a:extLst>
          </p:cNvPr>
          <p:cNvSpPr txBox="1"/>
          <p:nvPr/>
        </p:nvSpPr>
        <p:spPr>
          <a:xfrm>
            <a:off x="8065478" y="1207476"/>
            <a:ext cx="36927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Probability density surface p(y) (2D case)</a:t>
            </a:r>
          </a:p>
        </p:txBody>
      </p:sp>
      <p:pic>
        <p:nvPicPr>
          <p:cNvPr id="10" name="Picture 10" descr="Diagram&#10;&#10;Description automatically generated">
            <a:extLst>
              <a:ext uri="{FF2B5EF4-FFF2-40B4-BE49-F238E27FC236}">
                <a16:creationId xmlns:a16="http://schemas.microsoft.com/office/drawing/2014/main" id="{78FAA3CC-437D-4D18-B9B5-D42FC83E8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54" y="4195758"/>
            <a:ext cx="6435968" cy="2428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CB1E9F-0978-4375-AA6D-DBF0CBCCBACB}"/>
              </a:ext>
            </a:extLst>
          </p:cNvPr>
          <p:cNvSpPr txBox="1"/>
          <p:nvPr/>
        </p:nvSpPr>
        <p:spPr>
          <a:xfrm>
            <a:off x="7046590" y="4692118"/>
            <a:ext cx="507575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highlight>
                  <a:srgbClr val="FFFF00"/>
                </a:highlight>
                <a:cs typeface="Calibri"/>
              </a:rPr>
              <a:t>L</a:t>
            </a:r>
            <a:r>
              <a:rPr lang="en-US" sz="1600" i="1" baseline="-25000">
                <a:highlight>
                  <a:srgbClr val="FFFF00"/>
                </a:highlight>
                <a:cs typeface="Calibri"/>
              </a:rPr>
              <a:t>SAG</a:t>
            </a:r>
            <a:r>
              <a:rPr lang="en-US" sz="1600" i="1">
                <a:highlight>
                  <a:srgbClr val="FFFF00"/>
                </a:highlight>
                <a:cs typeface="Calibri"/>
              </a:rPr>
              <a:t> </a:t>
            </a:r>
            <a:r>
              <a:rPr lang="en-US" sz="1600" i="1">
                <a:cs typeface="Calibri"/>
              </a:rPr>
              <a:t>= </a:t>
            </a:r>
            <a:r>
              <a:rPr lang="en-US" sz="1600" i="1">
                <a:ea typeface="+mn-lt"/>
                <a:cs typeface="+mn-lt"/>
              </a:rPr>
              <a:t>(</a:t>
            </a:r>
            <a:r>
              <a:rPr lang="en-US" sz="1600" i="1" err="1">
                <a:ea typeface="+mn-lt"/>
                <a:cs typeface="+mn-lt"/>
              </a:rPr>
              <a:t>y</a:t>
            </a:r>
            <a:r>
              <a:rPr lang="en-US" sz="1600" i="1" baseline="-25000" err="1">
                <a:ea typeface="+mn-lt"/>
                <a:cs typeface="+mn-lt"/>
              </a:rPr>
              <a:t>g</a:t>
            </a:r>
            <a:r>
              <a:rPr lang="en-US" sz="1600" i="1">
                <a:ea typeface="+mn-lt"/>
                <a:cs typeface="+mn-lt"/>
              </a:rPr>
              <a:t>- T(</a:t>
            </a:r>
            <a:r>
              <a:rPr lang="en-US" sz="1600" i="1" err="1">
                <a:ea typeface="+mn-lt"/>
                <a:cs typeface="+mn-lt"/>
              </a:rPr>
              <a:t>x</a:t>
            </a:r>
            <a:r>
              <a:rPr lang="en-US" sz="1600" i="1" baseline="-25000" err="1">
                <a:ea typeface="+mn-lt"/>
                <a:cs typeface="+mn-lt"/>
              </a:rPr>
              <a:t>g</a:t>
            </a:r>
            <a:r>
              <a:rPr lang="en-US" sz="1600" i="1">
                <a:ea typeface="+mn-lt"/>
                <a:cs typeface="+mn-lt"/>
              </a:rPr>
              <a:t>)) + p</a:t>
            </a:r>
            <a:r>
              <a:rPr lang="en-US" sz="1600" i="1" baseline="30000"/>
              <a:t>x</a:t>
            </a:r>
            <a:r>
              <a:rPr lang="en-US" sz="1600" i="1">
                <a:ea typeface="+mn-lt"/>
                <a:cs typeface="+mn-lt"/>
              </a:rPr>
              <a:t>(</a:t>
            </a:r>
            <a:r>
              <a:rPr lang="en-US" sz="1600" i="1" err="1">
                <a:ea typeface="+mn-lt"/>
                <a:cs typeface="+mn-lt"/>
              </a:rPr>
              <a:t>x</a:t>
            </a:r>
            <a:r>
              <a:rPr lang="en-US" sz="1600" i="1" baseline="-25000" err="1">
                <a:ea typeface="+mn-lt"/>
                <a:cs typeface="+mn-lt"/>
              </a:rPr>
              <a:t>g</a:t>
            </a:r>
            <a:r>
              <a:rPr lang="en-US" sz="1600" i="1">
                <a:ea typeface="+mn-lt"/>
                <a:cs typeface="+mn-lt"/>
              </a:rPr>
              <a:t>) + </a:t>
            </a:r>
            <a:r>
              <a:rPr lang="en-US" sz="1600" i="1" err="1">
                <a:ea typeface="+mn-lt"/>
                <a:cs typeface="+mn-lt"/>
              </a:rPr>
              <a:t>p</a:t>
            </a:r>
            <a:r>
              <a:rPr lang="en-US" sz="1600" i="1" baseline="30000" err="1">
                <a:ea typeface="+mn-lt"/>
                <a:cs typeface="+mn-lt"/>
              </a:rPr>
              <a:t>y</a:t>
            </a:r>
            <a:r>
              <a:rPr lang="en-US" sz="1600" i="1">
                <a:ea typeface="+mn-lt"/>
                <a:cs typeface="+mn-lt"/>
              </a:rPr>
              <a:t>(</a:t>
            </a:r>
            <a:r>
              <a:rPr lang="en-US" sz="1600" i="1" err="1">
                <a:ea typeface="+mn-lt"/>
                <a:cs typeface="+mn-lt"/>
              </a:rPr>
              <a:t>y</a:t>
            </a:r>
            <a:r>
              <a:rPr lang="en-US" sz="1600" i="1" baseline="-25000" err="1">
                <a:ea typeface="+mn-lt"/>
                <a:cs typeface="+mn-lt"/>
              </a:rPr>
              <a:t>g</a:t>
            </a:r>
            <a:r>
              <a:rPr lang="en-US" sz="1600" i="1">
                <a:ea typeface="+mn-lt"/>
                <a:cs typeface="+mn-lt"/>
              </a:rPr>
              <a:t>) </a:t>
            </a:r>
            <a:r>
              <a:rPr lang="en-US" sz="1600" i="1">
                <a:cs typeface="Calibri"/>
              </a:rPr>
              <a:t>- cos(x-</a:t>
            </a:r>
            <a:r>
              <a:rPr lang="en-US" sz="1600" i="1" err="1">
                <a:cs typeface="Calibri"/>
              </a:rPr>
              <a:t>x</a:t>
            </a:r>
            <a:r>
              <a:rPr lang="en-US" sz="1600" i="1" baseline="-25000" err="1">
                <a:cs typeface="Calibri"/>
              </a:rPr>
              <a:t>g</a:t>
            </a:r>
            <a:r>
              <a:rPr lang="en-US" sz="1600" i="1">
                <a:cs typeface="Calibri"/>
              </a:rPr>
              <a:t>, grad(p</a:t>
            </a:r>
            <a:r>
              <a:rPr lang="en-US" sz="1600" i="1" baseline="30000">
                <a:cs typeface="Calibri"/>
              </a:rPr>
              <a:t>x</a:t>
            </a:r>
            <a:r>
              <a:rPr lang="en-US" sz="1600" i="1">
                <a:cs typeface="Calibri"/>
              </a:rPr>
              <a:t>(x)) - cos(y-</a:t>
            </a:r>
            <a:r>
              <a:rPr lang="en-US" sz="1600" i="1" err="1">
                <a:cs typeface="Calibri"/>
              </a:rPr>
              <a:t>y</a:t>
            </a:r>
            <a:r>
              <a:rPr lang="en-US" sz="1600" i="1" baseline="-25000" err="1">
                <a:cs typeface="Calibri"/>
              </a:rPr>
              <a:t>g</a:t>
            </a:r>
            <a:r>
              <a:rPr lang="en-US" sz="1600" i="1">
                <a:cs typeface="Calibri"/>
              </a:rPr>
              <a:t>, grad(p</a:t>
            </a:r>
            <a:r>
              <a:rPr lang="en-US" sz="1600" i="1" baseline="30000">
                <a:cs typeface="Calibri"/>
              </a:rPr>
              <a:t>y</a:t>
            </a:r>
            <a:r>
              <a:rPr lang="en-US" sz="1600" i="1">
                <a:cs typeface="Calibri"/>
              </a:rPr>
              <a:t>(y))</a:t>
            </a:r>
            <a:r>
              <a:rPr lang="en-US">
                <a:cs typeface="Calibri"/>
              </a:rPr>
              <a:t>, where T is a teacher model</a:t>
            </a:r>
          </a:p>
          <a:p>
            <a:endParaRPr lang="en-US" sz="1600">
              <a:cs typeface="Calibri"/>
            </a:endParaRPr>
          </a:p>
          <a:p>
            <a:r>
              <a:rPr lang="en-US" sz="1600" i="1">
                <a:highlight>
                  <a:srgbClr val="FFFF00"/>
                </a:highlight>
                <a:cs typeface="Calibri"/>
              </a:rPr>
              <a:t>L</a:t>
            </a:r>
            <a:r>
              <a:rPr lang="en-US" sz="1600" i="1" baseline="-25000">
                <a:highlight>
                  <a:srgbClr val="FFFF00"/>
                </a:highlight>
                <a:cs typeface="Calibri"/>
              </a:rPr>
              <a:t>KD</a:t>
            </a:r>
            <a:r>
              <a:rPr lang="en-US" sz="1600" i="1">
                <a:highlight>
                  <a:srgbClr val="FFFF00"/>
                </a:highlight>
                <a:cs typeface="Calibri"/>
              </a:rPr>
              <a:t> </a:t>
            </a:r>
            <a:r>
              <a:rPr lang="en-US" sz="1600" i="1">
                <a:cs typeface="Calibri"/>
              </a:rPr>
              <a:t>= (</a:t>
            </a:r>
            <a:r>
              <a:rPr lang="en-US" sz="1600" i="1" err="1">
                <a:cs typeface="Calibri"/>
              </a:rPr>
              <a:t>y</a:t>
            </a:r>
            <a:r>
              <a:rPr lang="en-US" sz="1600" i="1" baseline="-25000" err="1">
                <a:cs typeface="Calibri"/>
              </a:rPr>
              <a:t>g</a:t>
            </a:r>
            <a:r>
              <a:rPr lang="en-US" sz="1600" i="1" err="1">
                <a:cs typeface="Calibri"/>
              </a:rPr>
              <a:t>-y</a:t>
            </a:r>
            <a:r>
              <a:rPr lang="en-US" sz="1600" i="1" baseline="-25000" err="1">
                <a:cs typeface="Calibri"/>
              </a:rPr>
              <a:t>t</a:t>
            </a:r>
            <a:r>
              <a:rPr lang="en-US" sz="1600" i="1">
                <a:cs typeface="Calibri"/>
              </a:rPr>
              <a:t>)</a:t>
            </a:r>
            <a:r>
              <a:rPr lang="en-US" sz="1600" i="1" baseline="30000">
                <a:cs typeface="Calibri"/>
              </a:rPr>
              <a:t>2   </a:t>
            </a:r>
            <a:r>
              <a:rPr lang="en-US" sz="1600" i="1" baseline="-25000">
                <a:cs typeface="Calibri"/>
              </a:rPr>
              <a:t> </a:t>
            </a:r>
            <a:endParaRPr lang="en-US" sz="1600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4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9CA4-951B-40A5-A0EB-E8A40B94E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8940"/>
            <a:ext cx="10515600" cy="519050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cs typeface="Calibri Light"/>
              </a:rPr>
              <a:t>Results</a:t>
            </a:r>
          </a:p>
        </p:txBody>
      </p:sp>
      <p:pic>
        <p:nvPicPr>
          <p:cNvPr id="4" name="Picture 4" descr="Chart, bar chart, histogram&#10;&#10;Description automatically generated">
            <a:extLst>
              <a:ext uri="{FF2B5EF4-FFF2-40B4-BE49-F238E27FC236}">
                <a16:creationId xmlns:a16="http://schemas.microsoft.com/office/drawing/2014/main" id="{103321A9-E51E-4740-93AF-6420FEF8E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08" y="3900641"/>
            <a:ext cx="4958860" cy="2789072"/>
          </a:xfrm>
          <a:prstGeom prst="rect">
            <a:avLst/>
          </a:prstGeom>
        </p:spPr>
      </p:pic>
      <p:pic>
        <p:nvPicPr>
          <p:cNvPr id="5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0119A975-8334-4E1B-8108-C7B28EDF5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66" y="3893287"/>
            <a:ext cx="4876800" cy="2856619"/>
          </a:xfrm>
          <a:prstGeom prst="rect">
            <a:avLst/>
          </a:prstGeom>
        </p:spPr>
      </p:pic>
      <p:pic>
        <p:nvPicPr>
          <p:cNvPr id="6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918CE056-CA63-4854-BB7B-E7A46294E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85" y="1037663"/>
            <a:ext cx="4958861" cy="2871134"/>
          </a:xfrm>
          <a:prstGeom prst="rect">
            <a:avLst/>
          </a:prstGeo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A8D07165-9D18-4041-8C47-A7C23860B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023" y="1037662"/>
            <a:ext cx="4958861" cy="28711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E34E1F-11F6-423D-97F0-F575EEAE5B78}"/>
              </a:ext>
            </a:extLst>
          </p:cNvPr>
          <p:cNvSpPr txBox="1"/>
          <p:nvPr/>
        </p:nvSpPr>
        <p:spPr>
          <a:xfrm>
            <a:off x="2356338" y="58615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  <a:cs typeface="Calibri"/>
              </a:rPr>
              <a:t>Student </a:t>
            </a:r>
            <a:endParaRPr lang="en-US" dirty="0">
              <a:highlight>
                <a:srgbClr val="FFFF00"/>
              </a:highlight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09C79-BBC0-4276-BF44-868553BFB1EE}"/>
              </a:ext>
            </a:extLst>
          </p:cNvPr>
          <p:cNvSpPr txBox="1"/>
          <p:nvPr/>
        </p:nvSpPr>
        <p:spPr>
          <a:xfrm>
            <a:off x="8182706" y="58615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KD with SAG </a:t>
            </a:r>
          </a:p>
        </p:txBody>
      </p:sp>
    </p:spTree>
    <p:extLst>
      <p:ext uri="{BB962C8B-B14F-4D97-AF65-F5344CB8AC3E}">
        <p14:creationId xmlns:p14="http://schemas.microsoft.com/office/powerpoint/2010/main" val="306643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1009-87DC-41EA-BC5A-BACDBCCE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88" y="81590"/>
            <a:ext cx="10515600" cy="1325563"/>
          </a:xfrm>
        </p:spPr>
        <p:txBody>
          <a:bodyPr/>
          <a:lstStyle/>
          <a:p>
            <a:pPr algn="ctr"/>
            <a:r>
              <a:rPr lang="en-US">
                <a:cs typeface="Calibri Light"/>
              </a:rPr>
              <a:t>Edge optimization and model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CEA18-4C09-40AB-8B67-186BCCC6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24" y="1223113"/>
            <a:ext cx="11428227" cy="215394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000">
                <a:cs typeface="Calibri"/>
              </a:rPr>
              <a:t>A distilled model is expected to be run on edge device (vehicle). For this purpose, agnostic inference framework is used (ONNX, TVM). </a:t>
            </a:r>
          </a:p>
          <a:p>
            <a:r>
              <a:rPr lang="en-US" sz="2000">
                <a:cs typeface="Calibri"/>
              </a:rPr>
              <a:t>Model can be converted </a:t>
            </a:r>
            <a:r>
              <a:rPr lang="en-US" sz="2000">
                <a:ea typeface="+mn-lt"/>
                <a:cs typeface="+mn-lt"/>
              </a:rPr>
              <a:t>to the unified format </a:t>
            </a:r>
            <a:r>
              <a:rPr lang="en-US" sz="2000">
                <a:cs typeface="Calibri"/>
              </a:rPr>
              <a:t>from popular frameworks such as </a:t>
            </a:r>
            <a:r>
              <a:rPr lang="en-US" sz="2000" err="1">
                <a:cs typeface="Calibri"/>
              </a:rPr>
              <a:t>Pytorch</a:t>
            </a:r>
            <a:r>
              <a:rPr lang="en-US" sz="2000">
                <a:cs typeface="Calibri"/>
              </a:rPr>
              <a:t>, </a:t>
            </a:r>
            <a:r>
              <a:rPr lang="en-US" sz="2000" err="1">
                <a:cs typeface="Calibri"/>
              </a:rPr>
              <a:t>Tensorflow</a:t>
            </a:r>
            <a:r>
              <a:rPr lang="en-US" sz="2000">
                <a:cs typeface="Calibri"/>
              </a:rPr>
              <a:t>, Caffe. Converted model presents computation graph with parameters written in pure C or C++ which is fast and agnostic to inference environment. No need to python interpreter, </a:t>
            </a:r>
            <a:r>
              <a:rPr lang="en-US" sz="2000" err="1">
                <a:cs typeface="Calibri"/>
              </a:rPr>
              <a:t>etc</a:t>
            </a:r>
            <a:endParaRPr lang="en-US" sz="2000">
              <a:cs typeface="Calibri"/>
            </a:endParaRPr>
          </a:p>
          <a:p>
            <a:r>
              <a:rPr lang="en-US" sz="2000">
                <a:cs typeface="Calibri"/>
              </a:rPr>
              <a:t>During converting optional optimization can be applied to the model (e.g. parameter quantization)</a:t>
            </a:r>
          </a:p>
          <a:p>
            <a:r>
              <a:rPr lang="en-US" sz="2000">
                <a:cs typeface="Calibri"/>
              </a:rPr>
              <a:t>Currently there is a need to convert </a:t>
            </a:r>
            <a:r>
              <a:rPr lang="en-US" sz="2000" err="1">
                <a:cs typeface="Calibri"/>
              </a:rPr>
              <a:t>Pytorch</a:t>
            </a:r>
            <a:r>
              <a:rPr lang="en-US" sz="2000">
                <a:cs typeface="Calibri"/>
              </a:rPr>
              <a:t> model to ONNX first because ONNX converter is more elaborated and contains operator. ONNX is converted then to TVM.</a:t>
            </a:r>
          </a:p>
        </p:txBody>
      </p:sp>
      <p:graphicFrame>
        <p:nvGraphicFramePr>
          <p:cNvPr id="5" name="Diagram 85">
            <a:extLst>
              <a:ext uri="{FF2B5EF4-FFF2-40B4-BE49-F238E27FC236}">
                <a16:creationId xmlns:a16="http://schemas.microsoft.com/office/drawing/2014/main" id="{AB1BA3C9-674E-4384-870B-2C0F8EBEDE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147334"/>
              </p:ext>
            </p:extLst>
          </p:nvPr>
        </p:nvGraphicFramePr>
        <p:xfrm>
          <a:off x="979403" y="3379581"/>
          <a:ext cx="6736099" cy="3146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088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D08D036421C83545821BC6DC1F0E94B0" ma:contentTypeVersion="12" ma:contentTypeDescription="צור מסמך חדש." ma:contentTypeScope="" ma:versionID="81710ef3838273c9ccae01e8024c2ebe">
  <xsd:schema xmlns:xsd="http://www.w3.org/2001/XMLSchema" xmlns:xs="http://www.w3.org/2001/XMLSchema" xmlns:p="http://schemas.microsoft.com/office/2006/metadata/properties" xmlns:ns3="72494951-1096-4b23-90a3-0d0f1618da4b" xmlns:ns4="d1946041-4e5b-4ae0-9329-5e8f0848a674" targetNamespace="http://schemas.microsoft.com/office/2006/metadata/properties" ma:root="true" ma:fieldsID="3be7a61cd33edd1ef78bb04789c9eacf" ns3:_="" ns4:_="">
    <xsd:import namespace="72494951-1096-4b23-90a3-0d0f1618da4b"/>
    <xsd:import namespace="d1946041-4e5b-4ae0-9329-5e8f0848a6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494951-1096-4b23-90a3-0d0f1618da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46041-4e5b-4ae0-9329-5e8f0848a67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1843E7-E945-4557-BFC0-D95122042708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72494951-1096-4b23-90a3-0d0f1618da4b"/>
    <ds:schemaRef ds:uri="http://schemas.microsoft.com/office/2006/documentManagement/types"/>
    <ds:schemaRef ds:uri="d1946041-4e5b-4ae0-9329-5e8f0848a674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8830578-C2D5-4748-95C9-A372FDAB55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1C48D7-1027-4D55-8559-2710D021F7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494951-1096-4b23-90a3-0d0f1618da4b"/>
    <ds:schemaRef ds:uri="d1946041-4e5b-4ae0-9329-5e8f0848a6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440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Unsupervised knowledge distillation for multiple Blackbox ML pipelines</vt:lpstr>
      <vt:lpstr>Brief and Goals</vt:lpstr>
      <vt:lpstr>Implementation</vt:lpstr>
      <vt:lpstr>Results</vt:lpstr>
      <vt:lpstr>Edge optimization and model fusion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Sasha Apartsin</dc:creator>
  <cp:lastModifiedBy>Sasha Apartsin</cp:lastModifiedBy>
  <cp:revision>8</cp:revision>
  <dcterms:created xsi:type="dcterms:W3CDTF">2021-02-28T14:09:56Z</dcterms:created>
  <dcterms:modified xsi:type="dcterms:W3CDTF">2024-01-02T13:28:20Z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0x010100D08D036421C83545821BC6DC1F0E94B0</vt:lpwstr>
  </property>
</Properties>
</file>